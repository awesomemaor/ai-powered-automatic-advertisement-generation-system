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0"/>
  </p:notesMasterIdLst>
  <p:sldIdLst>
    <p:sldId id="256" r:id="rId2"/>
    <p:sldId id="260" r:id="rId3"/>
    <p:sldId id="261" r:id="rId4"/>
    <p:sldId id="263" r:id="rId5"/>
    <p:sldId id="266" r:id="rId6"/>
    <p:sldId id="271" r:id="rId7"/>
    <p:sldId id="265" r:id="rId8"/>
    <p:sldId id="295" r:id="rId9"/>
  </p:sldIdLst>
  <p:sldSz cx="9144000" cy="5143500" type="screen16x9"/>
  <p:notesSz cx="6858000" cy="9144000"/>
  <p:embeddedFontLst>
    <p:embeddedFont>
      <p:font typeface="DM Sans" pitchFamily="2" charset="0"/>
      <p:regular r:id="rId11"/>
      <p:bold r:id="rId12"/>
      <p:italic r:id="rId13"/>
      <p:boldItalic r:id="rId14"/>
    </p:embeddedFont>
    <p:embeddedFont>
      <p:font typeface="Lato" panose="020F0502020204030203" pitchFamily="34" charset="0"/>
      <p:regular r:id="rId15"/>
      <p:bold r:id="rId16"/>
      <p:italic r:id="rId17"/>
      <p:boldItalic r:id="rId18"/>
    </p:embeddedFon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Medium" panose="00000600000000000000" pitchFamily="2" charset="0"/>
      <p:regular r:id="rId23"/>
      <p:bold r:id="rId24"/>
      <p:italic r:id="rId25"/>
      <p:boldItalic r:id="rId26"/>
    </p:embeddedFont>
    <p:embeddedFont>
      <p:font typeface="Open Sans" panose="020B0606030504020204" pitchFamily="3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C2BBC9D-73F4-4434-AD96-7EE547AB8AE0}">
  <a:tblStyle styleId="{AC2BBC9D-73F4-4434-AD96-7EE547AB8AE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0" d="100"/>
          <a:sy n="130" d="100"/>
        </p:scale>
        <p:origin x="126" y="9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font" Target="fonts/font18.fnt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font" Target="fonts/font20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d1bf8d60a4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d1bf8d60a4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d1bf8d60a4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d1bf8d60a4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0f41e19245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0f41e19245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d1bf8d60a4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d1bf8d60a4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d1bf8d60a4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d1bf8d60a4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A476018F-71A9-422D-A5BE-E658EB511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d1bf8d60a4_0_118:notes">
            <a:extLst>
              <a:ext uri="{FF2B5EF4-FFF2-40B4-BE49-F238E27FC236}">
                <a16:creationId xmlns:a16="http://schemas.microsoft.com/office/drawing/2014/main" id="{8F48F40B-67F0-3ACB-A9F1-7DC99045CF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d1bf8d60a4_0_118:notes">
            <a:extLst>
              <a:ext uri="{FF2B5EF4-FFF2-40B4-BE49-F238E27FC236}">
                <a16:creationId xmlns:a16="http://schemas.microsoft.com/office/drawing/2014/main" id="{C96961D7-5DA4-868E-EFE2-C724CA8F90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0297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t="7295"/>
          <a:stretch/>
        </p:blipFill>
        <p:spPr>
          <a:xfrm>
            <a:off x="1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889888"/>
            <a:ext cx="3357600" cy="265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5" y="3575012"/>
            <a:ext cx="3357600" cy="67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 rotWithShape="1">
          <a:blip r:embed="rId2">
            <a:alphaModFix/>
          </a:blip>
          <a:srcRect t="3583" b="3583"/>
          <a:stretch/>
        </p:blipFill>
        <p:spPr>
          <a:xfrm flipH="1"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1"/>
          </p:nvPr>
        </p:nvSpPr>
        <p:spPr>
          <a:xfrm>
            <a:off x="4960045" y="2942725"/>
            <a:ext cx="29418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2"/>
          </p:nvPr>
        </p:nvSpPr>
        <p:spPr>
          <a:xfrm>
            <a:off x="1242163" y="2942725"/>
            <a:ext cx="29418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3"/>
          </p:nvPr>
        </p:nvSpPr>
        <p:spPr>
          <a:xfrm>
            <a:off x="4960041" y="2440534"/>
            <a:ext cx="2941800" cy="52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4"/>
          </p:nvPr>
        </p:nvSpPr>
        <p:spPr>
          <a:xfrm>
            <a:off x="1242163" y="2440534"/>
            <a:ext cx="2941800" cy="52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 t="3583" b="3583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>
            <a:spLocks noGrp="1"/>
          </p:cNvSpPr>
          <p:nvPr>
            <p:ph type="subTitle" idx="1"/>
          </p:nvPr>
        </p:nvSpPr>
        <p:spPr>
          <a:xfrm>
            <a:off x="2397300" y="1263375"/>
            <a:ext cx="4349400" cy="121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8"/>
          <p:cNvPicPr preferRelativeResize="0"/>
          <p:nvPr/>
        </p:nvPicPr>
        <p:blipFill rotWithShape="1">
          <a:blip r:embed="rId2">
            <a:alphaModFix/>
          </a:blip>
          <a:srcRect l="56734" t="308" r="9601" b="308"/>
          <a:stretch/>
        </p:blipFill>
        <p:spPr>
          <a:xfrm rot="-5400000">
            <a:off x="2000250" y="-2028826"/>
            <a:ext cx="5143501" cy="9201151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1133425" y="1896325"/>
            <a:ext cx="6877200" cy="120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5613"/>
            <a:ext cx="6576000" cy="13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subTitle" idx="1"/>
          </p:nvPr>
        </p:nvSpPr>
        <p:spPr>
          <a:xfrm>
            <a:off x="1284000" y="3090788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4"/>
          <p:cNvPicPr preferRelativeResize="0"/>
          <p:nvPr/>
        </p:nvPicPr>
        <p:blipFill rotWithShape="1">
          <a:blip r:embed="rId2">
            <a:alphaModFix/>
          </a:blip>
          <a:srcRect b="7166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subTitle" idx="1"/>
          </p:nvPr>
        </p:nvSpPr>
        <p:spPr>
          <a:xfrm>
            <a:off x="713228" y="2923932"/>
            <a:ext cx="4992900" cy="14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subTitle" idx="2"/>
          </p:nvPr>
        </p:nvSpPr>
        <p:spPr>
          <a:xfrm>
            <a:off x="713225" y="1297325"/>
            <a:ext cx="4992900" cy="14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7"/>
          <p:cNvPicPr preferRelativeResize="0"/>
          <p:nvPr/>
        </p:nvPicPr>
        <p:blipFill rotWithShape="1">
          <a:blip r:embed="rId2">
            <a:alphaModFix/>
          </a:blip>
          <a:srcRect b="7166"/>
          <a:stretch/>
        </p:blipFill>
        <p:spPr>
          <a:xfrm rot="10800000" flipH="1"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subTitle" idx="1"/>
          </p:nvPr>
        </p:nvSpPr>
        <p:spPr>
          <a:xfrm>
            <a:off x="726800" y="1974552"/>
            <a:ext cx="22533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subTitle" idx="2"/>
          </p:nvPr>
        </p:nvSpPr>
        <p:spPr>
          <a:xfrm>
            <a:off x="3448751" y="1974552"/>
            <a:ext cx="22533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subTitle" idx="3"/>
          </p:nvPr>
        </p:nvSpPr>
        <p:spPr>
          <a:xfrm>
            <a:off x="726800" y="3580625"/>
            <a:ext cx="22533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subTitle" idx="4"/>
          </p:nvPr>
        </p:nvSpPr>
        <p:spPr>
          <a:xfrm>
            <a:off x="3448751" y="3580625"/>
            <a:ext cx="22533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ubTitle" idx="5"/>
          </p:nvPr>
        </p:nvSpPr>
        <p:spPr>
          <a:xfrm>
            <a:off x="6170709" y="1974552"/>
            <a:ext cx="22533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subTitle" idx="6"/>
          </p:nvPr>
        </p:nvSpPr>
        <p:spPr>
          <a:xfrm>
            <a:off x="6170709" y="3580625"/>
            <a:ext cx="22533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subTitle" idx="7"/>
          </p:nvPr>
        </p:nvSpPr>
        <p:spPr>
          <a:xfrm>
            <a:off x="726800" y="1459800"/>
            <a:ext cx="2253300" cy="5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subTitle" idx="8"/>
          </p:nvPr>
        </p:nvSpPr>
        <p:spPr>
          <a:xfrm>
            <a:off x="3448747" y="1459800"/>
            <a:ext cx="2253300" cy="5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subTitle" idx="9"/>
          </p:nvPr>
        </p:nvSpPr>
        <p:spPr>
          <a:xfrm>
            <a:off x="726800" y="3065826"/>
            <a:ext cx="2253300" cy="5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subTitle" idx="13"/>
          </p:nvPr>
        </p:nvSpPr>
        <p:spPr>
          <a:xfrm>
            <a:off x="3448747" y="3065826"/>
            <a:ext cx="2253300" cy="5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subTitle" idx="14"/>
          </p:nvPr>
        </p:nvSpPr>
        <p:spPr>
          <a:xfrm>
            <a:off x="6170700" y="1459800"/>
            <a:ext cx="2253300" cy="5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00" name="Google Shape;100;p17"/>
          <p:cNvSpPr txBox="1">
            <a:spLocks noGrp="1"/>
          </p:cNvSpPr>
          <p:nvPr>
            <p:ph type="subTitle" idx="15"/>
          </p:nvPr>
        </p:nvSpPr>
        <p:spPr>
          <a:xfrm>
            <a:off x="6170700" y="3065826"/>
            <a:ext cx="2253300" cy="5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8"/>
          <p:cNvPicPr preferRelativeResize="0"/>
          <p:nvPr/>
        </p:nvPicPr>
        <p:blipFill rotWithShape="1">
          <a:blip r:embed="rId2">
            <a:alphaModFix/>
          </a:blip>
          <a:srcRect t="3583" b="3583"/>
          <a:stretch/>
        </p:blipFill>
        <p:spPr>
          <a:xfrm rot="10800000"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1"/>
          <p:cNvPicPr preferRelativeResize="0"/>
          <p:nvPr/>
        </p:nvPicPr>
        <p:blipFill rotWithShape="1">
          <a:blip r:embed="rId2">
            <a:alphaModFix/>
          </a:blip>
          <a:srcRect t="2649" r="26073" b="28721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2"/>
          <p:cNvPicPr preferRelativeResize="0"/>
          <p:nvPr/>
        </p:nvPicPr>
        <p:blipFill rotWithShape="1">
          <a:blip r:embed="rId2">
            <a:alphaModFix/>
          </a:blip>
          <a:srcRect t="308" r="66335" b="308"/>
          <a:stretch/>
        </p:blipFill>
        <p:spPr>
          <a:xfrm rot="-5400000">
            <a:off x="2000250" y="-2028826"/>
            <a:ext cx="5143501" cy="9201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20124D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Medium"/>
              <a:buNone/>
              <a:defRPr sz="3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4" r:id="rId4"/>
    <p:sldLayoutId id="2147483657" r:id="rId5"/>
    <p:sldLayoutId id="2147483658" r:id="rId6"/>
    <p:sldLayoutId id="2147483660" r:id="rId7"/>
    <p:sldLayoutId id="2147483663" r:id="rId8"/>
    <p:sldLayoutId id="2147483664" r:id="rId9"/>
    <p:sldLayoutId id="2147483667" r:id="rId10"/>
    <p:sldLayoutId id="214748366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323;p29">
            <a:extLst>
              <a:ext uri="{FF2B5EF4-FFF2-40B4-BE49-F238E27FC236}">
                <a16:creationId xmlns:a16="http://schemas.microsoft.com/office/drawing/2014/main" id="{CEC0C065-29CA-6D3D-B5AF-ABC0D85E925F}"/>
              </a:ext>
            </a:extLst>
          </p:cNvPr>
          <p:cNvGrpSpPr/>
          <p:nvPr/>
        </p:nvGrpSpPr>
        <p:grpSpPr>
          <a:xfrm>
            <a:off x="5577362" y="665453"/>
            <a:ext cx="3650858" cy="4478047"/>
            <a:chOff x="4814250" y="182501"/>
            <a:chExt cx="4013995" cy="5255935"/>
          </a:xfrm>
        </p:grpSpPr>
        <p:grpSp>
          <p:nvGrpSpPr>
            <p:cNvPr id="10" name="Google Shape;324;p29">
              <a:extLst>
                <a:ext uri="{FF2B5EF4-FFF2-40B4-BE49-F238E27FC236}">
                  <a16:creationId xmlns:a16="http://schemas.microsoft.com/office/drawing/2014/main" id="{09781420-48F4-8D71-CA1E-5911E34F4987}"/>
                </a:ext>
              </a:extLst>
            </p:cNvPr>
            <p:cNvGrpSpPr/>
            <p:nvPr/>
          </p:nvGrpSpPr>
          <p:grpSpPr>
            <a:xfrm>
              <a:off x="5653379" y="1315061"/>
              <a:ext cx="3084515" cy="4123375"/>
              <a:chOff x="2578080" y="1746571"/>
              <a:chExt cx="1345833" cy="1799108"/>
            </a:xfrm>
          </p:grpSpPr>
          <p:sp>
            <p:nvSpPr>
              <p:cNvPr id="20" name="Google Shape;325;p29">
                <a:extLst>
                  <a:ext uri="{FF2B5EF4-FFF2-40B4-BE49-F238E27FC236}">
                    <a16:creationId xmlns:a16="http://schemas.microsoft.com/office/drawing/2014/main" id="{74D3A4C5-F79E-4FD1-ADA5-9EEB56D3C114}"/>
                  </a:ext>
                </a:extLst>
              </p:cNvPr>
              <p:cNvSpPr/>
              <p:nvPr/>
            </p:nvSpPr>
            <p:spPr>
              <a:xfrm>
                <a:off x="2578080" y="2824581"/>
                <a:ext cx="931084" cy="13690"/>
              </a:xfrm>
              <a:custGeom>
                <a:avLst/>
                <a:gdLst/>
                <a:ahLst/>
                <a:cxnLst/>
                <a:rect l="l" t="t" r="r" b="b"/>
                <a:pathLst>
                  <a:path w="14078" h="207" extrusionOk="0">
                    <a:moveTo>
                      <a:pt x="98" y="1"/>
                    </a:moveTo>
                    <a:cubicBezTo>
                      <a:pt x="45" y="1"/>
                      <a:pt x="0" y="46"/>
                      <a:pt x="0" y="108"/>
                    </a:cubicBezTo>
                    <a:cubicBezTo>
                      <a:pt x="0" y="161"/>
                      <a:pt x="45" y="206"/>
                      <a:pt x="98" y="206"/>
                    </a:cubicBezTo>
                    <a:lnTo>
                      <a:pt x="13970" y="206"/>
                    </a:lnTo>
                    <a:cubicBezTo>
                      <a:pt x="14024" y="206"/>
                      <a:pt x="14077" y="161"/>
                      <a:pt x="14077" y="108"/>
                    </a:cubicBezTo>
                    <a:cubicBezTo>
                      <a:pt x="14077" y="46"/>
                      <a:pt x="14024" y="1"/>
                      <a:pt x="1397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326;p29">
                <a:extLst>
                  <a:ext uri="{FF2B5EF4-FFF2-40B4-BE49-F238E27FC236}">
                    <a16:creationId xmlns:a16="http://schemas.microsoft.com/office/drawing/2014/main" id="{84CBE75E-CBFF-5BEA-18FD-2DBABF0E4931}"/>
                  </a:ext>
                </a:extLst>
              </p:cNvPr>
              <p:cNvSpPr/>
              <p:nvPr/>
            </p:nvSpPr>
            <p:spPr>
              <a:xfrm>
                <a:off x="2594549" y="2805137"/>
                <a:ext cx="1329364" cy="740542"/>
              </a:xfrm>
              <a:custGeom>
                <a:avLst/>
                <a:gdLst/>
                <a:ahLst/>
                <a:cxnLst/>
                <a:rect l="l" t="t" r="r" b="b"/>
                <a:pathLst>
                  <a:path w="20100" h="11197" extrusionOk="0">
                    <a:moveTo>
                      <a:pt x="5791" y="63"/>
                    </a:moveTo>
                    <a:cubicBezTo>
                      <a:pt x="5398" y="170"/>
                      <a:pt x="5023" y="438"/>
                      <a:pt x="4907" y="830"/>
                    </a:cubicBezTo>
                    <a:lnTo>
                      <a:pt x="4907" y="830"/>
                    </a:lnTo>
                    <a:cubicBezTo>
                      <a:pt x="4319" y="687"/>
                      <a:pt x="3730" y="625"/>
                      <a:pt x="3132" y="580"/>
                    </a:cubicBezTo>
                    <a:lnTo>
                      <a:pt x="3132" y="580"/>
                    </a:lnTo>
                    <a:cubicBezTo>
                      <a:pt x="2971" y="563"/>
                      <a:pt x="2811" y="554"/>
                      <a:pt x="2650" y="563"/>
                    </a:cubicBezTo>
                    <a:lnTo>
                      <a:pt x="2650" y="563"/>
                    </a:lnTo>
                    <a:cubicBezTo>
                      <a:pt x="2490" y="563"/>
                      <a:pt x="2329" y="580"/>
                      <a:pt x="2169" y="580"/>
                    </a:cubicBezTo>
                    <a:lnTo>
                      <a:pt x="2169" y="580"/>
                    </a:lnTo>
                    <a:cubicBezTo>
                      <a:pt x="1901" y="589"/>
                      <a:pt x="1633" y="563"/>
                      <a:pt x="1366" y="536"/>
                    </a:cubicBezTo>
                    <a:lnTo>
                      <a:pt x="1366" y="536"/>
                    </a:lnTo>
                    <a:cubicBezTo>
                      <a:pt x="1053" y="500"/>
                      <a:pt x="697" y="563"/>
                      <a:pt x="411" y="687"/>
                    </a:cubicBezTo>
                    <a:lnTo>
                      <a:pt x="411" y="687"/>
                    </a:lnTo>
                    <a:cubicBezTo>
                      <a:pt x="286" y="741"/>
                      <a:pt x="161" y="830"/>
                      <a:pt x="90" y="946"/>
                    </a:cubicBezTo>
                    <a:lnTo>
                      <a:pt x="90" y="946"/>
                    </a:lnTo>
                    <a:cubicBezTo>
                      <a:pt x="19" y="1062"/>
                      <a:pt x="1" y="1214"/>
                      <a:pt x="63" y="1339"/>
                    </a:cubicBezTo>
                    <a:lnTo>
                      <a:pt x="63" y="1339"/>
                    </a:lnTo>
                    <a:cubicBezTo>
                      <a:pt x="108" y="1428"/>
                      <a:pt x="197" y="1499"/>
                      <a:pt x="295" y="1535"/>
                    </a:cubicBezTo>
                    <a:lnTo>
                      <a:pt x="295" y="1535"/>
                    </a:lnTo>
                    <a:cubicBezTo>
                      <a:pt x="474" y="1606"/>
                      <a:pt x="652" y="1588"/>
                      <a:pt x="830" y="1562"/>
                    </a:cubicBezTo>
                    <a:lnTo>
                      <a:pt x="830" y="1562"/>
                    </a:lnTo>
                    <a:cubicBezTo>
                      <a:pt x="964" y="1553"/>
                      <a:pt x="1098" y="1535"/>
                      <a:pt x="1241" y="1562"/>
                    </a:cubicBezTo>
                    <a:lnTo>
                      <a:pt x="1241" y="1562"/>
                    </a:lnTo>
                    <a:cubicBezTo>
                      <a:pt x="1366" y="1580"/>
                      <a:pt x="1482" y="1633"/>
                      <a:pt x="1607" y="1651"/>
                    </a:cubicBezTo>
                    <a:lnTo>
                      <a:pt x="1607" y="1651"/>
                    </a:lnTo>
                    <a:cubicBezTo>
                      <a:pt x="1687" y="1660"/>
                      <a:pt x="1767" y="1651"/>
                      <a:pt x="1856" y="1642"/>
                    </a:cubicBezTo>
                    <a:lnTo>
                      <a:pt x="1856" y="1642"/>
                    </a:lnTo>
                    <a:cubicBezTo>
                      <a:pt x="1937" y="1633"/>
                      <a:pt x="2026" y="1624"/>
                      <a:pt x="2106" y="1633"/>
                    </a:cubicBezTo>
                    <a:lnTo>
                      <a:pt x="2106" y="1633"/>
                    </a:lnTo>
                    <a:cubicBezTo>
                      <a:pt x="2222" y="1642"/>
                      <a:pt x="2320" y="1687"/>
                      <a:pt x="2427" y="1731"/>
                    </a:cubicBezTo>
                    <a:lnTo>
                      <a:pt x="2427" y="1731"/>
                    </a:lnTo>
                    <a:cubicBezTo>
                      <a:pt x="2713" y="1847"/>
                      <a:pt x="3016" y="1927"/>
                      <a:pt x="3319" y="1972"/>
                    </a:cubicBezTo>
                    <a:lnTo>
                      <a:pt x="3319" y="1972"/>
                    </a:lnTo>
                    <a:cubicBezTo>
                      <a:pt x="4087" y="2097"/>
                      <a:pt x="4800" y="2418"/>
                      <a:pt x="5469" y="2802"/>
                    </a:cubicBezTo>
                    <a:lnTo>
                      <a:pt x="5469" y="2802"/>
                    </a:lnTo>
                    <a:cubicBezTo>
                      <a:pt x="5782" y="2980"/>
                      <a:pt x="6076" y="3194"/>
                      <a:pt x="6379" y="3382"/>
                    </a:cubicBezTo>
                    <a:lnTo>
                      <a:pt x="6379" y="3382"/>
                    </a:lnTo>
                    <a:cubicBezTo>
                      <a:pt x="6692" y="3578"/>
                      <a:pt x="7048" y="3685"/>
                      <a:pt x="7387" y="3783"/>
                    </a:cubicBezTo>
                    <a:lnTo>
                      <a:pt x="7387" y="3783"/>
                    </a:lnTo>
                    <a:cubicBezTo>
                      <a:pt x="7753" y="3890"/>
                      <a:pt x="8119" y="3988"/>
                      <a:pt x="8494" y="4042"/>
                    </a:cubicBezTo>
                    <a:lnTo>
                      <a:pt x="8494" y="4042"/>
                    </a:lnTo>
                    <a:cubicBezTo>
                      <a:pt x="8868" y="4104"/>
                      <a:pt x="9243" y="4095"/>
                      <a:pt x="9618" y="4140"/>
                    </a:cubicBezTo>
                    <a:lnTo>
                      <a:pt x="9618" y="4140"/>
                    </a:lnTo>
                    <a:cubicBezTo>
                      <a:pt x="10394" y="4238"/>
                      <a:pt x="11161" y="4399"/>
                      <a:pt x="11901" y="4622"/>
                    </a:cubicBezTo>
                    <a:lnTo>
                      <a:pt x="11901" y="4622"/>
                    </a:lnTo>
                    <a:cubicBezTo>
                      <a:pt x="12223" y="4720"/>
                      <a:pt x="12535" y="4854"/>
                      <a:pt x="12767" y="5094"/>
                    </a:cubicBezTo>
                    <a:lnTo>
                      <a:pt x="12767" y="5094"/>
                    </a:lnTo>
                    <a:cubicBezTo>
                      <a:pt x="13097" y="5451"/>
                      <a:pt x="13320" y="5915"/>
                      <a:pt x="13570" y="6334"/>
                    </a:cubicBezTo>
                    <a:lnTo>
                      <a:pt x="13570" y="6334"/>
                    </a:lnTo>
                    <a:cubicBezTo>
                      <a:pt x="13855" y="6807"/>
                      <a:pt x="14141" y="7289"/>
                      <a:pt x="14417" y="7771"/>
                    </a:cubicBezTo>
                    <a:lnTo>
                      <a:pt x="14417" y="7771"/>
                    </a:lnTo>
                    <a:cubicBezTo>
                      <a:pt x="15051" y="8904"/>
                      <a:pt x="15648" y="10046"/>
                      <a:pt x="16246" y="11196"/>
                    </a:cubicBezTo>
                    <a:lnTo>
                      <a:pt x="16246" y="11196"/>
                    </a:lnTo>
                    <a:lnTo>
                      <a:pt x="20037" y="11196"/>
                    </a:lnTo>
                    <a:lnTo>
                      <a:pt x="20100" y="9368"/>
                    </a:lnTo>
                    <a:cubicBezTo>
                      <a:pt x="19404" y="8636"/>
                      <a:pt x="18717" y="7887"/>
                      <a:pt x="18048" y="7128"/>
                    </a:cubicBezTo>
                    <a:lnTo>
                      <a:pt x="18048" y="7128"/>
                    </a:lnTo>
                    <a:cubicBezTo>
                      <a:pt x="17914" y="6968"/>
                      <a:pt x="17780" y="6816"/>
                      <a:pt x="17647" y="6665"/>
                    </a:cubicBezTo>
                    <a:lnTo>
                      <a:pt x="17647" y="6665"/>
                    </a:lnTo>
                    <a:cubicBezTo>
                      <a:pt x="17459" y="6450"/>
                      <a:pt x="17272" y="6236"/>
                      <a:pt x="17085" y="6022"/>
                    </a:cubicBezTo>
                    <a:lnTo>
                      <a:pt x="17085" y="6022"/>
                    </a:lnTo>
                    <a:cubicBezTo>
                      <a:pt x="16870" y="5772"/>
                      <a:pt x="16647" y="5523"/>
                      <a:pt x="16442" y="5264"/>
                    </a:cubicBezTo>
                    <a:lnTo>
                      <a:pt x="16442" y="5264"/>
                    </a:lnTo>
                    <a:cubicBezTo>
                      <a:pt x="15818" y="4443"/>
                      <a:pt x="15336" y="3524"/>
                      <a:pt x="14908" y="2588"/>
                    </a:cubicBezTo>
                    <a:lnTo>
                      <a:pt x="14908" y="2588"/>
                    </a:lnTo>
                    <a:cubicBezTo>
                      <a:pt x="14489" y="1651"/>
                      <a:pt x="13659" y="902"/>
                      <a:pt x="12695" y="563"/>
                    </a:cubicBezTo>
                    <a:lnTo>
                      <a:pt x="12695" y="563"/>
                    </a:lnTo>
                    <a:cubicBezTo>
                      <a:pt x="12196" y="393"/>
                      <a:pt x="11661" y="331"/>
                      <a:pt x="11143" y="393"/>
                    </a:cubicBezTo>
                    <a:lnTo>
                      <a:pt x="11143" y="393"/>
                    </a:lnTo>
                    <a:cubicBezTo>
                      <a:pt x="10501" y="482"/>
                      <a:pt x="9975" y="670"/>
                      <a:pt x="9314" y="527"/>
                    </a:cubicBezTo>
                    <a:lnTo>
                      <a:pt x="9314" y="527"/>
                    </a:lnTo>
                    <a:cubicBezTo>
                      <a:pt x="8538" y="366"/>
                      <a:pt x="7780" y="170"/>
                      <a:pt x="6995" y="63"/>
                    </a:cubicBezTo>
                    <a:lnTo>
                      <a:pt x="6995" y="63"/>
                    </a:lnTo>
                    <a:cubicBezTo>
                      <a:pt x="6772" y="27"/>
                      <a:pt x="6549" y="1"/>
                      <a:pt x="6326" y="1"/>
                    </a:cubicBezTo>
                    <a:lnTo>
                      <a:pt x="6326" y="1"/>
                    </a:lnTo>
                    <a:cubicBezTo>
                      <a:pt x="6138" y="1"/>
                      <a:pt x="5960" y="18"/>
                      <a:pt x="5791" y="63"/>
                    </a:cubicBezTo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dk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2" name="Google Shape;327;p29">
                <a:extLst>
                  <a:ext uri="{FF2B5EF4-FFF2-40B4-BE49-F238E27FC236}">
                    <a16:creationId xmlns:a16="http://schemas.microsoft.com/office/drawing/2014/main" id="{E902A352-8CC6-9519-A1A4-E57ED70ED66F}"/>
                  </a:ext>
                </a:extLst>
              </p:cNvPr>
              <p:cNvGrpSpPr/>
              <p:nvPr/>
            </p:nvGrpSpPr>
            <p:grpSpPr>
              <a:xfrm>
                <a:off x="2727070" y="1746571"/>
                <a:ext cx="633130" cy="551770"/>
                <a:chOff x="2843326" y="1553163"/>
                <a:chExt cx="418073" cy="364349"/>
              </a:xfrm>
            </p:grpSpPr>
            <p:sp>
              <p:nvSpPr>
                <p:cNvPr id="29" name="Google Shape;330;p29">
                  <a:extLst>
                    <a:ext uri="{FF2B5EF4-FFF2-40B4-BE49-F238E27FC236}">
                      <a16:creationId xmlns:a16="http://schemas.microsoft.com/office/drawing/2014/main" id="{5CD70EF0-B147-195A-6EE5-50EEADEEE297}"/>
                    </a:ext>
                  </a:extLst>
                </p:cNvPr>
                <p:cNvSpPr/>
                <p:nvPr/>
              </p:nvSpPr>
              <p:spPr>
                <a:xfrm>
                  <a:off x="3128183" y="1772417"/>
                  <a:ext cx="133216" cy="111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5" h="2053" extrusionOk="0">
                      <a:moveTo>
                        <a:pt x="0" y="0"/>
                      </a:moveTo>
                      <a:lnTo>
                        <a:pt x="0" y="18"/>
                      </a:lnTo>
                      <a:lnTo>
                        <a:pt x="928" y="18"/>
                      </a:lnTo>
                      <a:lnTo>
                        <a:pt x="2427" y="1499"/>
                      </a:lnTo>
                      <a:lnTo>
                        <a:pt x="2427" y="2052"/>
                      </a:lnTo>
                      <a:lnTo>
                        <a:pt x="2445" y="2052"/>
                      </a:lnTo>
                      <a:lnTo>
                        <a:pt x="2445" y="1490"/>
                      </a:lnTo>
                      <a:lnTo>
                        <a:pt x="93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3">
                        <a:alpha val="70000"/>
                      </a:schemeClr>
                    </a:gs>
                    <a:gs pos="100000">
                      <a:schemeClr val="lt2">
                        <a:alpha val="70000"/>
                      </a:schemeClr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9525" algn="bl" rotWithShape="0">
                    <a:schemeClr val="dk2">
                      <a:alpha val="73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" name="Google Shape;331;p29">
                  <a:extLst>
                    <a:ext uri="{FF2B5EF4-FFF2-40B4-BE49-F238E27FC236}">
                      <a16:creationId xmlns:a16="http://schemas.microsoft.com/office/drawing/2014/main" id="{A63E9D9D-8A8E-0112-45C4-FCBD331B2AE3}"/>
                    </a:ext>
                  </a:extLst>
                </p:cNvPr>
                <p:cNvSpPr/>
                <p:nvPr/>
              </p:nvSpPr>
              <p:spPr>
                <a:xfrm>
                  <a:off x="3108731" y="1823743"/>
                  <a:ext cx="45713" cy="937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9" h="1721" extrusionOk="0">
                      <a:moveTo>
                        <a:pt x="61" y="1"/>
                      </a:moveTo>
                      <a:cubicBezTo>
                        <a:pt x="41" y="1"/>
                        <a:pt x="23" y="11"/>
                        <a:pt x="9" y="31"/>
                      </a:cubicBezTo>
                      <a:cubicBezTo>
                        <a:pt x="0" y="58"/>
                        <a:pt x="9" y="84"/>
                        <a:pt x="36" y="102"/>
                      </a:cubicBezTo>
                      <a:lnTo>
                        <a:pt x="54" y="102"/>
                      </a:lnTo>
                      <a:lnTo>
                        <a:pt x="54" y="218"/>
                      </a:lnTo>
                      <a:lnTo>
                        <a:pt x="768" y="932"/>
                      </a:lnTo>
                      <a:lnTo>
                        <a:pt x="768" y="1610"/>
                      </a:lnTo>
                      <a:cubicBezTo>
                        <a:pt x="750" y="1619"/>
                        <a:pt x="741" y="1628"/>
                        <a:pt x="732" y="1637"/>
                      </a:cubicBezTo>
                      <a:cubicBezTo>
                        <a:pt x="714" y="1663"/>
                        <a:pt x="732" y="1699"/>
                        <a:pt x="759" y="1717"/>
                      </a:cubicBezTo>
                      <a:cubicBezTo>
                        <a:pt x="765" y="1719"/>
                        <a:pt x="772" y="1720"/>
                        <a:pt x="779" y="1720"/>
                      </a:cubicBezTo>
                      <a:cubicBezTo>
                        <a:pt x="798" y="1720"/>
                        <a:pt x="817" y="1710"/>
                        <a:pt x="830" y="1690"/>
                      </a:cubicBezTo>
                      <a:cubicBezTo>
                        <a:pt x="839" y="1663"/>
                        <a:pt x="830" y="1628"/>
                        <a:pt x="803" y="1619"/>
                      </a:cubicBezTo>
                      <a:cubicBezTo>
                        <a:pt x="794" y="1619"/>
                        <a:pt x="794" y="1610"/>
                        <a:pt x="785" y="1610"/>
                      </a:cubicBezTo>
                      <a:lnTo>
                        <a:pt x="785" y="923"/>
                      </a:lnTo>
                      <a:lnTo>
                        <a:pt x="72" y="209"/>
                      </a:lnTo>
                      <a:lnTo>
                        <a:pt x="72" y="102"/>
                      </a:lnTo>
                      <a:cubicBezTo>
                        <a:pt x="81" y="102"/>
                        <a:pt x="99" y="93"/>
                        <a:pt x="107" y="75"/>
                      </a:cubicBezTo>
                      <a:cubicBezTo>
                        <a:pt x="125" y="49"/>
                        <a:pt x="107" y="22"/>
                        <a:pt x="81" y="4"/>
                      </a:cubicBezTo>
                      <a:cubicBezTo>
                        <a:pt x="74" y="2"/>
                        <a:pt x="67" y="1"/>
                        <a:pt x="6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>
                        <a:alpha val="70000"/>
                      </a:schemeClr>
                    </a:gs>
                    <a:gs pos="100000">
                      <a:schemeClr val="lt2">
                        <a:alpha val="70000"/>
                      </a:schemeClr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9525" algn="bl" rotWithShape="0">
                    <a:schemeClr val="dk2">
                      <a:alpha val="73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" name="Google Shape;332;p29">
                  <a:extLst>
                    <a:ext uri="{FF2B5EF4-FFF2-40B4-BE49-F238E27FC236}">
                      <a16:creationId xmlns:a16="http://schemas.microsoft.com/office/drawing/2014/main" id="{4916FB3F-5776-AF64-8AF8-D70021B9D636}"/>
                    </a:ext>
                  </a:extLst>
                </p:cNvPr>
                <p:cNvSpPr/>
                <p:nvPr/>
              </p:nvSpPr>
              <p:spPr>
                <a:xfrm>
                  <a:off x="3168503" y="1553163"/>
                  <a:ext cx="74427" cy="685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6" h="1259" extrusionOk="0">
                      <a:moveTo>
                        <a:pt x="90" y="1"/>
                      </a:moveTo>
                      <a:cubicBezTo>
                        <a:pt x="45" y="1"/>
                        <a:pt x="1" y="37"/>
                        <a:pt x="1" y="90"/>
                      </a:cubicBezTo>
                      <a:cubicBezTo>
                        <a:pt x="1" y="135"/>
                        <a:pt x="36" y="170"/>
                        <a:pt x="81" y="170"/>
                      </a:cubicBezTo>
                      <a:lnTo>
                        <a:pt x="81" y="536"/>
                      </a:lnTo>
                      <a:lnTo>
                        <a:pt x="768" y="1214"/>
                      </a:lnTo>
                      <a:lnTo>
                        <a:pt x="1259" y="1214"/>
                      </a:lnTo>
                      <a:cubicBezTo>
                        <a:pt x="1259" y="1241"/>
                        <a:pt x="1285" y="1259"/>
                        <a:pt x="1312" y="1259"/>
                      </a:cubicBezTo>
                      <a:cubicBezTo>
                        <a:pt x="1339" y="1259"/>
                        <a:pt x="1366" y="1241"/>
                        <a:pt x="1366" y="1205"/>
                      </a:cubicBezTo>
                      <a:cubicBezTo>
                        <a:pt x="1366" y="1179"/>
                        <a:pt x="1339" y="1152"/>
                        <a:pt x="1312" y="1152"/>
                      </a:cubicBezTo>
                      <a:cubicBezTo>
                        <a:pt x="1285" y="1152"/>
                        <a:pt x="1259" y="1179"/>
                        <a:pt x="1259" y="1196"/>
                      </a:cubicBezTo>
                      <a:lnTo>
                        <a:pt x="777" y="1196"/>
                      </a:lnTo>
                      <a:lnTo>
                        <a:pt x="99" y="527"/>
                      </a:lnTo>
                      <a:lnTo>
                        <a:pt x="99" y="170"/>
                      </a:lnTo>
                      <a:cubicBezTo>
                        <a:pt x="143" y="170"/>
                        <a:pt x="179" y="135"/>
                        <a:pt x="179" y="90"/>
                      </a:cubicBezTo>
                      <a:cubicBezTo>
                        <a:pt x="179" y="37"/>
                        <a:pt x="134" y="1"/>
                        <a:pt x="9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>
                        <a:alpha val="70000"/>
                      </a:schemeClr>
                    </a:gs>
                    <a:gs pos="100000">
                      <a:schemeClr val="lt2">
                        <a:alpha val="70000"/>
                      </a:schemeClr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9525" algn="bl" rotWithShape="0">
                    <a:schemeClr val="dk2">
                      <a:alpha val="73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" name="Google Shape;333;p29">
                  <a:extLst>
                    <a:ext uri="{FF2B5EF4-FFF2-40B4-BE49-F238E27FC236}">
                      <a16:creationId xmlns:a16="http://schemas.microsoft.com/office/drawing/2014/main" id="{735CF7E7-B361-F4FC-47FC-3A24112A97BE}"/>
                    </a:ext>
                  </a:extLst>
                </p:cNvPr>
                <p:cNvSpPr/>
                <p:nvPr/>
              </p:nvSpPr>
              <p:spPr>
                <a:xfrm>
                  <a:off x="3191333" y="1572124"/>
                  <a:ext cx="49145" cy="33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2" h="608" extrusionOk="0">
                      <a:moveTo>
                        <a:pt x="54" y="1"/>
                      </a:moveTo>
                      <a:cubicBezTo>
                        <a:pt x="28" y="1"/>
                        <a:pt x="1" y="19"/>
                        <a:pt x="1" y="54"/>
                      </a:cubicBezTo>
                      <a:cubicBezTo>
                        <a:pt x="1" y="81"/>
                        <a:pt x="28" y="108"/>
                        <a:pt x="54" y="108"/>
                      </a:cubicBezTo>
                      <a:cubicBezTo>
                        <a:pt x="72" y="108"/>
                        <a:pt x="81" y="99"/>
                        <a:pt x="90" y="90"/>
                      </a:cubicBezTo>
                      <a:lnTo>
                        <a:pt x="554" y="563"/>
                      </a:lnTo>
                      <a:lnTo>
                        <a:pt x="804" y="563"/>
                      </a:lnTo>
                      <a:cubicBezTo>
                        <a:pt x="804" y="590"/>
                        <a:pt x="822" y="608"/>
                        <a:pt x="848" y="608"/>
                      </a:cubicBezTo>
                      <a:cubicBezTo>
                        <a:pt x="884" y="608"/>
                        <a:pt x="902" y="590"/>
                        <a:pt x="902" y="554"/>
                      </a:cubicBezTo>
                      <a:cubicBezTo>
                        <a:pt x="902" y="527"/>
                        <a:pt x="884" y="500"/>
                        <a:pt x="848" y="500"/>
                      </a:cubicBezTo>
                      <a:cubicBezTo>
                        <a:pt x="822" y="500"/>
                        <a:pt x="804" y="527"/>
                        <a:pt x="804" y="545"/>
                      </a:cubicBezTo>
                      <a:lnTo>
                        <a:pt x="563" y="545"/>
                      </a:lnTo>
                      <a:lnTo>
                        <a:pt x="99" y="81"/>
                      </a:lnTo>
                      <a:cubicBezTo>
                        <a:pt x="108" y="72"/>
                        <a:pt x="108" y="63"/>
                        <a:pt x="108" y="54"/>
                      </a:cubicBezTo>
                      <a:cubicBezTo>
                        <a:pt x="108" y="19"/>
                        <a:pt x="90" y="1"/>
                        <a:pt x="54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>
                        <a:alpha val="70000"/>
                      </a:schemeClr>
                    </a:gs>
                    <a:gs pos="100000">
                      <a:schemeClr val="lt2">
                        <a:alpha val="70000"/>
                      </a:schemeClr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9525" algn="bl" rotWithShape="0">
                    <a:schemeClr val="dk2">
                      <a:alpha val="73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" name="Google Shape;334;p29">
                  <a:extLst>
                    <a:ext uri="{FF2B5EF4-FFF2-40B4-BE49-F238E27FC236}">
                      <a16:creationId xmlns:a16="http://schemas.microsoft.com/office/drawing/2014/main" id="{29E60093-7BD5-8291-AE53-C87347A63F4E}"/>
                    </a:ext>
                  </a:extLst>
                </p:cNvPr>
                <p:cNvSpPr/>
                <p:nvPr/>
              </p:nvSpPr>
              <p:spPr>
                <a:xfrm>
                  <a:off x="3115542" y="1585746"/>
                  <a:ext cx="46203" cy="1040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8" h="1910" extrusionOk="0">
                      <a:moveTo>
                        <a:pt x="54" y="1"/>
                      </a:moveTo>
                      <a:cubicBezTo>
                        <a:pt x="27" y="1"/>
                        <a:pt x="0" y="27"/>
                        <a:pt x="0" y="54"/>
                      </a:cubicBezTo>
                      <a:cubicBezTo>
                        <a:pt x="0" y="81"/>
                        <a:pt x="27" y="108"/>
                        <a:pt x="54" y="108"/>
                      </a:cubicBezTo>
                      <a:cubicBezTo>
                        <a:pt x="63" y="108"/>
                        <a:pt x="72" y="108"/>
                        <a:pt x="81" y="99"/>
                      </a:cubicBezTo>
                      <a:lnTo>
                        <a:pt x="830" y="857"/>
                      </a:lnTo>
                      <a:lnTo>
                        <a:pt x="830" y="1526"/>
                      </a:lnTo>
                      <a:lnTo>
                        <a:pt x="536" y="1812"/>
                      </a:lnTo>
                      <a:cubicBezTo>
                        <a:pt x="527" y="1803"/>
                        <a:pt x="518" y="1803"/>
                        <a:pt x="509" y="1803"/>
                      </a:cubicBezTo>
                      <a:cubicBezTo>
                        <a:pt x="473" y="1803"/>
                        <a:pt x="455" y="1821"/>
                        <a:pt x="455" y="1856"/>
                      </a:cubicBezTo>
                      <a:cubicBezTo>
                        <a:pt x="455" y="1883"/>
                        <a:pt x="473" y="1910"/>
                        <a:pt x="509" y="1910"/>
                      </a:cubicBezTo>
                      <a:cubicBezTo>
                        <a:pt x="536" y="1910"/>
                        <a:pt x="562" y="1883"/>
                        <a:pt x="562" y="1856"/>
                      </a:cubicBezTo>
                      <a:cubicBezTo>
                        <a:pt x="562" y="1838"/>
                        <a:pt x="553" y="1830"/>
                        <a:pt x="553" y="1821"/>
                      </a:cubicBezTo>
                      <a:lnTo>
                        <a:pt x="848" y="1535"/>
                      </a:lnTo>
                      <a:lnTo>
                        <a:pt x="848" y="848"/>
                      </a:lnTo>
                      <a:lnTo>
                        <a:pt x="839" y="839"/>
                      </a:lnTo>
                      <a:lnTo>
                        <a:pt x="98" y="90"/>
                      </a:lnTo>
                      <a:cubicBezTo>
                        <a:pt x="107" y="81"/>
                        <a:pt x="107" y="63"/>
                        <a:pt x="107" y="54"/>
                      </a:cubicBezTo>
                      <a:cubicBezTo>
                        <a:pt x="107" y="27"/>
                        <a:pt x="81" y="1"/>
                        <a:pt x="54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>
                        <a:alpha val="70000"/>
                      </a:schemeClr>
                    </a:gs>
                    <a:gs pos="100000">
                      <a:schemeClr val="lt2">
                        <a:alpha val="70000"/>
                      </a:schemeClr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9525" algn="bl" rotWithShape="0">
                    <a:schemeClr val="dk2">
                      <a:alpha val="73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" name="Google Shape;335;p29">
                  <a:extLst>
                    <a:ext uri="{FF2B5EF4-FFF2-40B4-BE49-F238E27FC236}">
                      <a16:creationId xmlns:a16="http://schemas.microsoft.com/office/drawing/2014/main" id="{09637086-1873-90EC-F46C-A002562697E9}"/>
                    </a:ext>
                  </a:extLst>
                </p:cNvPr>
                <p:cNvSpPr/>
                <p:nvPr/>
              </p:nvSpPr>
              <p:spPr>
                <a:xfrm>
                  <a:off x="3168994" y="1778247"/>
                  <a:ext cx="80747" cy="977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" h="1794" extrusionOk="0">
                      <a:moveTo>
                        <a:pt x="54" y="0"/>
                      </a:moveTo>
                      <a:cubicBezTo>
                        <a:pt x="27" y="0"/>
                        <a:pt x="1" y="27"/>
                        <a:pt x="1" y="54"/>
                      </a:cubicBezTo>
                      <a:cubicBezTo>
                        <a:pt x="1" y="81"/>
                        <a:pt x="27" y="107"/>
                        <a:pt x="54" y="107"/>
                      </a:cubicBezTo>
                      <a:cubicBezTo>
                        <a:pt x="63" y="107"/>
                        <a:pt x="81" y="99"/>
                        <a:pt x="90" y="90"/>
                      </a:cubicBezTo>
                      <a:lnTo>
                        <a:pt x="1410" y="1410"/>
                      </a:lnTo>
                      <a:lnTo>
                        <a:pt x="1410" y="1686"/>
                      </a:lnTo>
                      <a:cubicBezTo>
                        <a:pt x="1392" y="1695"/>
                        <a:pt x="1383" y="1704"/>
                        <a:pt x="1374" y="1713"/>
                      </a:cubicBezTo>
                      <a:cubicBezTo>
                        <a:pt x="1357" y="1740"/>
                        <a:pt x="1366" y="1776"/>
                        <a:pt x="1392" y="1785"/>
                      </a:cubicBezTo>
                      <a:cubicBezTo>
                        <a:pt x="1402" y="1791"/>
                        <a:pt x="1412" y="1794"/>
                        <a:pt x="1422" y="1794"/>
                      </a:cubicBezTo>
                      <a:cubicBezTo>
                        <a:pt x="1441" y="1794"/>
                        <a:pt x="1458" y="1784"/>
                        <a:pt x="1464" y="1767"/>
                      </a:cubicBezTo>
                      <a:cubicBezTo>
                        <a:pt x="1481" y="1740"/>
                        <a:pt x="1473" y="1704"/>
                        <a:pt x="1446" y="1695"/>
                      </a:cubicBezTo>
                      <a:cubicBezTo>
                        <a:pt x="1437" y="1695"/>
                        <a:pt x="1437" y="1686"/>
                        <a:pt x="1428" y="1686"/>
                      </a:cubicBezTo>
                      <a:lnTo>
                        <a:pt x="1428" y="1401"/>
                      </a:lnTo>
                      <a:lnTo>
                        <a:pt x="99" y="81"/>
                      </a:lnTo>
                      <a:cubicBezTo>
                        <a:pt x="108" y="72"/>
                        <a:pt x="108" y="63"/>
                        <a:pt x="108" y="54"/>
                      </a:cubicBezTo>
                      <a:cubicBezTo>
                        <a:pt x="108" y="27"/>
                        <a:pt x="81" y="0"/>
                        <a:pt x="5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>
                        <a:alpha val="70000"/>
                      </a:schemeClr>
                    </a:gs>
                    <a:gs pos="100000">
                      <a:schemeClr val="lt2">
                        <a:alpha val="70000"/>
                      </a:schemeClr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9525" algn="bl" rotWithShape="0">
                    <a:schemeClr val="dk2">
                      <a:alpha val="73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" name="Google Shape;336;p29">
                  <a:extLst>
                    <a:ext uri="{FF2B5EF4-FFF2-40B4-BE49-F238E27FC236}">
                      <a16:creationId xmlns:a16="http://schemas.microsoft.com/office/drawing/2014/main" id="{8C51BF9A-B2A3-F079-BE5C-F2EA090E605D}"/>
                    </a:ext>
                  </a:extLst>
                </p:cNvPr>
                <p:cNvSpPr/>
                <p:nvPr/>
              </p:nvSpPr>
              <p:spPr>
                <a:xfrm>
                  <a:off x="3133523" y="1824724"/>
                  <a:ext cx="32637" cy="76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9" h="1412" extrusionOk="0">
                      <a:moveTo>
                        <a:pt x="61" y="0"/>
                      </a:moveTo>
                      <a:cubicBezTo>
                        <a:pt x="41" y="0"/>
                        <a:pt x="23" y="11"/>
                        <a:pt x="9" y="31"/>
                      </a:cubicBezTo>
                      <a:cubicBezTo>
                        <a:pt x="0" y="57"/>
                        <a:pt x="9" y="93"/>
                        <a:pt x="36" y="102"/>
                      </a:cubicBezTo>
                      <a:cubicBezTo>
                        <a:pt x="45" y="106"/>
                        <a:pt x="54" y="109"/>
                        <a:pt x="63" y="109"/>
                      </a:cubicBezTo>
                      <a:cubicBezTo>
                        <a:pt x="72" y="109"/>
                        <a:pt x="81" y="106"/>
                        <a:pt x="90" y="102"/>
                      </a:cubicBezTo>
                      <a:lnTo>
                        <a:pt x="527" y="539"/>
                      </a:lnTo>
                      <a:lnTo>
                        <a:pt x="527" y="1306"/>
                      </a:lnTo>
                      <a:cubicBezTo>
                        <a:pt x="518" y="1306"/>
                        <a:pt x="500" y="1315"/>
                        <a:pt x="491" y="1333"/>
                      </a:cubicBezTo>
                      <a:cubicBezTo>
                        <a:pt x="482" y="1360"/>
                        <a:pt x="491" y="1396"/>
                        <a:pt x="518" y="1404"/>
                      </a:cubicBezTo>
                      <a:cubicBezTo>
                        <a:pt x="525" y="1409"/>
                        <a:pt x="533" y="1412"/>
                        <a:pt x="540" y="1412"/>
                      </a:cubicBezTo>
                      <a:cubicBezTo>
                        <a:pt x="559" y="1412"/>
                        <a:pt x="576" y="1397"/>
                        <a:pt x="589" y="1378"/>
                      </a:cubicBezTo>
                      <a:cubicBezTo>
                        <a:pt x="598" y="1351"/>
                        <a:pt x="589" y="1324"/>
                        <a:pt x="562" y="1306"/>
                      </a:cubicBezTo>
                      <a:lnTo>
                        <a:pt x="545" y="1306"/>
                      </a:lnTo>
                      <a:lnTo>
                        <a:pt x="545" y="530"/>
                      </a:lnTo>
                      <a:lnTo>
                        <a:pt x="107" y="84"/>
                      </a:lnTo>
                      <a:cubicBezTo>
                        <a:pt x="107" y="84"/>
                        <a:pt x="107" y="84"/>
                        <a:pt x="107" y="75"/>
                      </a:cubicBezTo>
                      <a:cubicBezTo>
                        <a:pt x="116" y="57"/>
                        <a:pt x="107" y="22"/>
                        <a:pt x="81" y="4"/>
                      </a:cubicBezTo>
                      <a:cubicBezTo>
                        <a:pt x="74" y="2"/>
                        <a:pt x="67" y="0"/>
                        <a:pt x="6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>
                        <a:alpha val="70000"/>
                      </a:schemeClr>
                    </a:gs>
                    <a:gs pos="100000">
                      <a:schemeClr val="lt2">
                        <a:alpha val="70000"/>
                      </a:schemeClr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9525" algn="bl" rotWithShape="0">
                    <a:schemeClr val="dk2">
                      <a:alpha val="73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" name="Google Shape;337;p29">
                  <a:extLst>
                    <a:ext uri="{FF2B5EF4-FFF2-40B4-BE49-F238E27FC236}">
                      <a16:creationId xmlns:a16="http://schemas.microsoft.com/office/drawing/2014/main" id="{803CD638-DCDD-EB5D-F29F-91AE6FAB5EF8}"/>
                    </a:ext>
                  </a:extLst>
                </p:cNvPr>
                <p:cNvSpPr/>
                <p:nvPr/>
              </p:nvSpPr>
              <p:spPr>
                <a:xfrm>
                  <a:off x="3198144" y="1643120"/>
                  <a:ext cx="48219" cy="199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" h="367" extrusionOk="0">
                      <a:moveTo>
                        <a:pt x="54" y="0"/>
                      </a:moveTo>
                      <a:cubicBezTo>
                        <a:pt x="19" y="0"/>
                        <a:pt x="1" y="27"/>
                        <a:pt x="1" y="54"/>
                      </a:cubicBezTo>
                      <a:cubicBezTo>
                        <a:pt x="1" y="81"/>
                        <a:pt x="19" y="107"/>
                        <a:pt x="54" y="107"/>
                      </a:cubicBezTo>
                      <a:cubicBezTo>
                        <a:pt x="81" y="107"/>
                        <a:pt x="99" y="90"/>
                        <a:pt x="108" y="63"/>
                      </a:cubicBezTo>
                      <a:lnTo>
                        <a:pt x="679" y="63"/>
                      </a:lnTo>
                      <a:lnTo>
                        <a:pt x="822" y="188"/>
                      </a:lnTo>
                      <a:lnTo>
                        <a:pt x="822" y="259"/>
                      </a:lnTo>
                      <a:cubicBezTo>
                        <a:pt x="804" y="268"/>
                        <a:pt x="777" y="286"/>
                        <a:pt x="777" y="313"/>
                      </a:cubicBezTo>
                      <a:cubicBezTo>
                        <a:pt x="777" y="339"/>
                        <a:pt x="804" y="366"/>
                        <a:pt x="831" y="366"/>
                      </a:cubicBezTo>
                      <a:cubicBezTo>
                        <a:pt x="866" y="366"/>
                        <a:pt x="884" y="339"/>
                        <a:pt x="884" y="313"/>
                      </a:cubicBezTo>
                      <a:cubicBezTo>
                        <a:pt x="884" y="286"/>
                        <a:pt x="866" y="268"/>
                        <a:pt x="839" y="259"/>
                      </a:cubicBezTo>
                      <a:lnTo>
                        <a:pt x="839" y="179"/>
                      </a:lnTo>
                      <a:lnTo>
                        <a:pt x="688" y="45"/>
                      </a:lnTo>
                      <a:lnTo>
                        <a:pt x="108" y="45"/>
                      </a:lnTo>
                      <a:cubicBezTo>
                        <a:pt x="99" y="18"/>
                        <a:pt x="81" y="0"/>
                        <a:pt x="5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>
                        <a:alpha val="70000"/>
                      </a:schemeClr>
                    </a:gs>
                    <a:gs pos="100000">
                      <a:schemeClr val="lt2">
                        <a:alpha val="70000"/>
                      </a:schemeClr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9525" algn="bl" rotWithShape="0">
                    <a:schemeClr val="dk2">
                      <a:alpha val="73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" name="Google Shape;339;p29">
                  <a:extLst>
                    <a:ext uri="{FF2B5EF4-FFF2-40B4-BE49-F238E27FC236}">
                      <a16:creationId xmlns:a16="http://schemas.microsoft.com/office/drawing/2014/main" id="{0CA7F4A0-F971-BCB6-6BA3-24377BA3B447}"/>
                    </a:ext>
                  </a:extLst>
                </p:cNvPr>
                <p:cNvSpPr/>
                <p:nvPr/>
              </p:nvSpPr>
              <p:spPr>
                <a:xfrm>
                  <a:off x="2843326" y="1772417"/>
                  <a:ext cx="133216" cy="111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5" h="2053" extrusionOk="0">
                      <a:moveTo>
                        <a:pt x="1508" y="0"/>
                      </a:moveTo>
                      <a:lnTo>
                        <a:pt x="0" y="1490"/>
                      </a:lnTo>
                      <a:lnTo>
                        <a:pt x="0" y="2052"/>
                      </a:lnTo>
                      <a:lnTo>
                        <a:pt x="18" y="2052"/>
                      </a:lnTo>
                      <a:lnTo>
                        <a:pt x="18" y="1499"/>
                      </a:lnTo>
                      <a:lnTo>
                        <a:pt x="1517" y="18"/>
                      </a:lnTo>
                      <a:lnTo>
                        <a:pt x="2445" y="18"/>
                      </a:lnTo>
                      <a:lnTo>
                        <a:pt x="244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3">
                        <a:alpha val="70000"/>
                      </a:schemeClr>
                    </a:gs>
                    <a:gs pos="100000">
                      <a:schemeClr val="lt2">
                        <a:alpha val="70000"/>
                      </a:schemeClr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9525" algn="bl" rotWithShape="0">
                    <a:schemeClr val="dk2">
                      <a:alpha val="73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" name="Google Shape;341;p29">
                  <a:extLst>
                    <a:ext uri="{FF2B5EF4-FFF2-40B4-BE49-F238E27FC236}">
                      <a16:creationId xmlns:a16="http://schemas.microsoft.com/office/drawing/2014/main" id="{B21CDE82-AE7F-801A-D03D-A2DE7812E0DD}"/>
                    </a:ext>
                  </a:extLst>
                </p:cNvPr>
                <p:cNvSpPr/>
                <p:nvPr/>
              </p:nvSpPr>
              <p:spPr>
                <a:xfrm>
                  <a:off x="2942982" y="1585746"/>
                  <a:ext cx="46203" cy="1040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8" h="1910" extrusionOk="0">
                      <a:moveTo>
                        <a:pt x="794" y="1"/>
                      </a:moveTo>
                      <a:cubicBezTo>
                        <a:pt x="768" y="1"/>
                        <a:pt x="741" y="27"/>
                        <a:pt x="741" y="54"/>
                      </a:cubicBezTo>
                      <a:cubicBezTo>
                        <a:pt x="741" y="63"/>
                        <a:pt x="741" y="81"/>
                        <a:pt x="750" y="90"/>
                      </a:cubicBezTo>
                      <a:lnTo>
                        <a:pt x="9" y="839"/>
                      </a:lnTo>
                      <a:lnTo>
                        <a:pt x="0" y="848"/>
                      </a:lnTo>
                      <a:lnTo>
                        <a:pt x="0" y="1535"/>
                      </a:lnTo>
                      <a:lnTo>
                        <a:pt x="295" y="1821"/>
                      </a:lnTo>
                      <a:cubicBezTo>
                        <a:pt x="295" y="1830"/>
                        <a:pt x="286" y="1838"/>
                        <a:pt x="286" y="1856"/>
                      </a:cubicBezTo>
                      <a:cubicBezTo>
                        <a:pt x="286" y="1883"/>
                        <a:pt x="313" y="1910"/>
                        <a:pt x="339" y="1910"/>
                      </a:cubicBezTo>
                      <a:cubicBezTo>
                        <a:pt x="375" y="1910"/>
                        <a:pt x="393" y="1883"/>
                        <a:pt x="393" y="1856"/>
                      </a:cubicBezTo>
                      <a:cubicBezTo>
                        <a:pt x="393" y="1821"/>
                        <a:pt x="375" y="1803"/>
                        <a:pt x="339" y="1803"/>
                      </a:cubicBezTo>
                      <a:cubicBezTo>
                        <a:pt x="330" y="1803"/>
                        <a:pt x="321" y="1803"/>
                        <a:pt x="313" y="1812"/>
                      </a:cubicBezTo>
                      <a:lnTo>
                        <a:pt x="18" y="1526"/>
                      </a:lnTo>
                      <a:lnTo>
                        <a:pt x="18" y="857"/>
                      </a:lnTo>
                      <a:lnTo>
                        <a:pt x="768" y="99"/>
                      </a:lnTo>
                      <a:cubicBezTo>
                        <a:pt x="776" y="108"/>
                        <a:pt x="785" y="108"/>
                        <a:pt x="794" y="108"/>
                      </a:cubicBezTo>
                      <a:cubicBezTo>
                        <a:pt x="821" y="108"/>
                        <a:pt x="848" y="81"/>
                        <a:pt x="848" y="54"/>
                      </a:cubicBezTo>
                      <a:cubicBezTo>
                        <a:pt x="848" y="27"/>
                        <a:pt x="821" y="1"/>
                        <a:pt x="794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>
                        <a:alpha val="70000"/>
                      </a:schemeClr>
                    </a:gs>
                    <a:gs pos="100000">
                      <a:schemeClr val="lt2">
                        <a:alpha val="70000"/>
                      </a:schemeClr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9525" algn="bl" rotWithShape="0">
                    <a:schemeClr val="dk2">
                      <a:alpha val="73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" name="Google Shape;342;p29">
                  <a:extLst>
                    <a:ext uri="{FF2B5EF4-FFF2-40B4-BE49-F238E27FC236}">
                      <a16:creationId xmlns:a16="http://schemas.microsoft.com/office/drawing/2014/main" id="{1FFBCBAA-439C-86F9-AEA5-4D099812D4BE}"/>
                    </a:ext>
                  </a:extLst>
                </p:cNvPr>
                <p:cNvSpPr/>
                <p:nvPr/>
              </p:nvSpPr>
              <p:spPr>
                <a:xfrm>
                  <a:off x="2854986" y="1778247"/>
                  <a:ext cx="80747" cy="979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" h="1797" extrusionOk="0">
                      <a:moveTo>
                        <a:pt x="1428" y="0"/>
                      </a:moveTo>
                      <a:cubicBezTo>
                        <a:pt x="1401" y="0"/>
                        <a:pt x="1374" y="27"/>
                        <a:pt x="1374" y="54"/>
                      </a:cubicBezTo>
                      <a:cubicBezTo>
                        <a:pt x="1374" y="63"/>
                        <a:pt x="1374" y="72"/>
                        <a:pt x="1383" y="81"/>
                      </a:cubicBezTo>
                      <a:lnTo>
                        <a:pt x="54" y="1401"/>
                      </a:lnTo>
                      <a:lnTo>
                        <a:pt x="54" y="1686"/>
                      </a:lnTo>
                      <a:cubicBezTo>
                        <a:pt x="45" y="1686"/>
                        <a:pt x="45" y="1695"/>
                        <a:pt x="36" y="1695"/>
                      </a:cubicBezTo>
                      <a:cubicBezTo>
                        <a:pt x="10" y="1704"/>
                        <a:pt x="1" y="1740"/>
                        <a:pt x="18" y="1767"/>
                      </a:cubicBezTo>
                      <a:cubicBezTo>
                        <a:pt x="25" y="1787"/>
                        <a:pt x="47" y="1797"/>
                        <a:pt x="69" y="1797"/>
                      </a:cubicBezTo>
                      <a:cubicBezTo>
                        <a:pt x="76" y="1797"/>
                        <a:pt x="83" y="1796"/>
                        <a:pt x="90" y="1794"/>
                      </a:cubicBezTo>
                      <a:cubicBezTo>
                        <a:pt x="117" y="1776"/>
                        <a:pt x="125" y="1740"/>
                        <a:pt x="108" y="1713"/>
                      </a:cubicBezTo>
                      <a:cubicBezTo>
                        <a:pt x="99" y="1704"/>
                        <a:pt x="90" y="1695"/>
                        <a:pt x="72" y="1686"/>
                      </a:cubicBezTo>
                      <a:lnTo>
                        <a:pt x="72" y="1410"/>
                      </a:lnTo>
                      <a:lnTo>
                        <a:pt x="1392" y="90"/>
                      </a:lnTo>
                      <a:cubicBezTo>
                        <a:pt x="1401" y="99"/>
                        <a:pt x="1419" y="107"/>
                        <a:pt x="1428" y="107"/>
                      </a:cubicBezTo>
                      <a:cubicBezTo>
                        <a:pt x="1455" y="107"/>
                        <a:pt x="1481" y="81"/>
                        <a:pt x="1481" y="54"/>
                      </a:cubicBezTo>
                      <a:cubicBezTo>
                        <a:pt x="1481" y="27"/>
                        <a:pt x="1455" y="0"/>
                        <a:pt x="142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>
                        <a:alpha val="70000"/>
                      </a:schemeClr>
                    </a:gs>
                    <a:gs pos="100000">
                      <a:schemeClr val="lt2">
                        <a:alpha val="70000"/>
                      </a:schemeClr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9525" algn="bl" rotWithShape="0">
                    <a:schemeClr val="dk2">
                      <a:alpha val="73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" name="Google Shape;343;p29">
                  <a:extLst>
                    <a:ext uri="{FF2B5EF4-FFF2-40B4-BE49-F238E27FC236}">
                      <a16:creationId xmlns:a16="http://schemas.microsoft.com/office/drawing/2014/main" id="{9B75885F-60FC-3DDC-84B1-388405424252}"/>
                    </a:ext>
                  </a:extLst>
                </p:cNvPr>
                <p:cNvSpPr/>
                <p:nvPr/>
              </p:nvSpPr>
              <p:spPr>
                <a:xfrm>
                  <a:off x="2938623" y="1824724"/>
                  <a:ext cx="32582" cy="76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8" h="1412" extrusionOk="0">
                      <a:moveTo>
                        <a:pt x="537" y="0"/>
                      </a:moveTo>
                      <a:cubicBezTo>
                        <a:pt x="531" y="0"/>
                        <a:pt x="524" y="2"/>
                        <a:pt x="517" y="4"/>
                      </a:cubicBezTo>
                      <a:cubicBezTo>
                        <a:pt x="491" y="22"/>
                        <a:pt x="482" y="57"/>
                        <a:pt x="491" y="75"/>
                      </a:cubicBezTo>
                      <a:cubicBezTo>
                        <a:pt x="491" y="84"/>
                        <a:pt x="491" y="84"/>
                        <a:pt x="491" y="84"/>
                      </a:cubicBezTo>
                      <a:lnTo>
                        <a:pt x="54" y="530"/>
                      </a:lnTo>
                      <a:lnTo>
                        <a:pt x="45" y="530"/>
                      </a:lnTo>
                      <a:lnTo>
                        <a:pt x="45" y="1306"/>
                      </a:lnTo>
                      <a:lnTo>
                        <a:pt x="36" y="1306"/>
                      </a:lnTo>
                      <a:cubicBezTo>
                        <a:pt x="9" y="1324"/>
                        <a:pt x="0" y="1360"/>
                        <a:pt x="9" y="1378"/>
                      </a:cubicBezTo>
                      <a:cubicBezTo>
                        <a:pt x="22" y="1397"/>
                        <a:pt x="39" y="1412"/>
                        <a:pt x="58" y="1412"/>
                      </a:cubicBezTo>
                      <a:cubicBezTo>
                        <a:pt x="65" y="1412"/>
                        <a:pt x="73" y="1409"/>
                        <a:pt x="80" y="1404"/>
                      </a:cubicBezTo>
                      <a:cubicBezTo>
                        <a:pt x="107" y="1396"/>
                        <a:pt x="116" y="1360"/>
                        <a:pt x="107" y="1333"/>
                      </a:cubicBezTo>
                      <a:cubicBezTo>
                        <a:pt x="98" y="1315"/>
                        <a:pt x="80" y="1306"/>
                        <a:pt x="71" y="1306"/>
                      </a:cubicBezTo>
                      <a:lnTo>
                        <a:pt x="71" y="539"/>
                      </a:lnTo>
                      <a:lnTo>
                        <a:pt x="509" y="102"/>
                      </a:lnTo>
                      <a:cubicBezTo>
                        <a:pt x="517" y="106"/>
                        <a:pt x="526" y="109"/>
                        <a:pt x="535" y="109"/>
                      </a:cubicBezTo>
                      <a:cubicBezTo>
                        <a:pt x="544" y="109"/>
                        <a:pt x="553" y="106"/>
                        <a:pt x="562" y="102"/>
                      </a:cubicBezTo>
                      <a:cubicBezTo>
                        <a:pt x="589" y="93"/>
                        <a:pt x="598" y="57"/>
                        <a:pt x="589" y="31"/>
                      </a:cubicBezTo>
                      <a:cubicBezTo>
                        <a:pt x="575" y="11"/>
                        <a:pt x="557" y="0"/>
                        <a:pt x="53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>
                        <a:alpha val="70000"/>
                      </a:schemeClr>
                    </a:gs>
                    <a:gs pos="100000">
                      <a:schemeClr val="lt2">
                        <a:alpha val="70000"/>
                      </a:schemeClr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9525" algn="bl" rotWithShape="0">
                    <a:schemeClr val="dk2">
                      <a:alpha val="73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43" name="Google Shape;344;p29">
                  <a:extLst>
                    <a:ext uri="{FF2B5EF4-FFF2-40B4-BE49-F238E27FC236}">
                      <a16:creationId xmlns:a16="http://schemas.microsoft.com/office/drawing/2014/main" id="{7090A13B-C739-2D2D-8067-0EFFA83ACD14}"/>
                    </a:ext>
                  </a:extLst>
                </p:cNvPr>
                <p:cNvSpPr/>
                <p:nvPr/>
              </p:nvSpPr>
              <p:spPr>
                <a:xfrm>
                  <a:off x="2864249" y="1572124"/>
                  <a:ext cx="49145" cy="33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2" h="608" extrusionOk="0">
                      <a:moveTo>
                        <a:pt x="848" y="1"/>
                      </a:moveTo>
                      <a:cubicBezTo>
                        <a:pt x="812" y="1"/>
                        <a:pt x="794" y="19"/>
                        <a:pt x="794" y="54"/>
                      </a:cubicBezTo>
                      <a:cubicBezTo>
                        <a:pt x="794" y="63"/>
                        <a:pt x="794" y="72"/>
                        <a:pt x="803" y="81"/>
                      </a:cubicBezTo>
                      <a:lnTo>
                        <a:pt x="339" y="545"/>
                      </a:lnTo>
                      <a:lnTo>
                        <a:pt x="98" y="545"/>
                      </a:lnTo>
                      <a:cubicBezTo>
                        <a:pt x="98" y="527"/>
                        <a:pt x="80" y="500"/>
                        <a:pt x="54" y="500"/>
                      </a:cubicBezTo>
                      <a:cubicBezTo>
                        <a:pt x="18" y="500"/>
                        <a:pt x="0" y="527"/>
                        <a:pt x="0" y="554"/>
                      </a:cubicBezTo>
                      <a:cubicBezTo>
                        <a:pt x="0" y="590"/>
                        <a:pt x="18" y="608"/>
                        <a:pt x="54" y="608"/>
                      </a:cubicBezTo>
                      <a:cubicBezTo>
                        <a:pt x="80" y="608"/>
                        <a:pt x="98" y="590"/>
                        <a:pt x="98" y="563"/>
                      </a:cubicBezTo>
                      <a:lnTo>
                        <a:pt x="348" y="563"/>
                      </a:lnTo>
                      <a:lnTo>
                        <a:pt x="812" y="90"/>
                      </a:lnTo>
                      <a:cubicBezTo>
                        <a:pt x="821" y="99"/>
                        <a:pt x="830" y="108"/>
                        <a:pt x="848" y="108"/>
                      </a:cubicBezTo>
                      <a:cubicBezTo>
                        <a:pt x="874" y="108"/>
                        <a:pt x="901" y="81"/>
                        <a:pt x="901" y="54"/>
                      </a:cubicBezTo>
                      <a:cubicBezTo>
                        <a:pt x="901" y="19"/>
                        <a:pt x="874" y="1"/>
                        <a:pt x="848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>
                        <a:alpha val="70000"/>
                      </a:schemeClr>
                    </a:gs>
                    <a:gs pos="100000">
                      <a:schemeClr val="lt2">
                        <a:alpha val="70000"/>
                      </a:schemeClr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9525" algn="bl" rotWithShape="0">
                    <a:schemeClr val="dk2">
                      <a:alpha val="73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" name="Google Shape;345;p29">
                  <a:extLst>
                    <a:ext uri="{FF2B5EF4-FFF2-40B4-BE49-F238E27FC236}">
                      <a16:creationId xmlns:a16="http://schemas.microsoft.com/office/drawing/2014/main" id="{CB319B62-C504-9B4F-34C9-405DF9E912AA}"/>
                    </a:ext>
                  </a:extLst>
                </p:cNvPr>
                <p:cNvSpPr/>
                <p:nvPr/>
              </p:nvSpPr>
              <p:spPr>
                <a:xfrm>
                  <a:off x="2861797" y="1553163"/>
                  <a:ext cx="74427" cy="685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6" h="1259" extrusionOk="0">
                      <a:moveTo>
                        <a:pt x="1276" y="1"/>
                      </a:moveTo>
                      <a:cubicBezTo>
                        <a:pt x="1232" y="1"/>
                        <a:pt x="1187" y="37"/>
                        <a:pt x="1187" y="90"/>
                      </a:cubicBezTo>
                      <a:cubicBezTo>
                        <a:pt x="1187" y="135"/>
                        <a:pt x="1223" y="170"/>
                        <a:pt x="1267" y="170"/>
                      </a:cubicBezTo>
                      <a:lnTo>
                        <a:pt x="1267" y="527"/>
                      </a:lnTo>
                      <a:lnTo>
                        <a:pt x="589" y="1196"/>
                      </a:lnTo>
                      <a:lnTo>
                        <a:pt x="108" y="1196"/>
                      </a:lnTo>
                      <a:cubicBezTo>
                        <a:pt x="108" y="1179"/>
                        <a:pt x="81" y="1152"/>
                        <a:pt x="54" y="1152"/>
                      </a:cubicBezTo>
                      <a:cubicBezTo>
                        <a:pt x="27" y="1152"/>
                        <a:pt x="0" y="1179"/>
                        <a:pt x="0" y="1205"/>
                      </a:cubicBezTo>
                      <a:cubicBezTo>
                        <a:pt x="0" y="1241"/>
                        <a:pt x="27" y="1259"/>
                        <a:pt x="54" y="1259"/>
                      </a:cubicBezTo>
                      <a:cubicBezTo>
                        <a:pt x="81" y="1259"/>
                        <a:pt x="108" y="1241"/>
                        <a:pt x="108" y="1214"/>
                      </a:cubicBezTo>
                      <a:lnTo>
                        <a:pt x="598" y="1214"/>
                      </a:lnTo>
                      <a:lnTo>
                        <a:pt x="1285" y="536"/>
                      </a:lnTo>
                      <a:lnTo>
                        <a:pt x="1285" y="170"/>
                      </a:lnTo>
                      <a:cubicBezTo>
                        <a:pt x="1330" y="170"/>
                        <a:pt x="1365" y="135"/>
                        <a:pt x="1365" y="90"/>
                      </a:cubicBezTo>
                      <a:cubicBezTo>
                        <a:pt x="1365" y="37"/>
                        <a:pt x="1321" y="1"/>
                        <a:pt x="127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>
                        <a:alpha val="70000"/>
                      </a:schemeClr>
                    </a:gs>
                    <a:gs pos="100000">
                      <a:schemeClr val="lt2">
                        <a:alpha val="70000"/>
                      </a:schemeClr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9525" algn="bl" rotWithShape="0">
                    <a:schemeClr val="dk2">
                      <a:alpha val="73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" name="Google Shape;346;p29">
                  <a:extLst>
                    <a:ext uri="{FF2B5EF4-FFF2-40B4-BE49-F238E27FC236}">
                      <a16:creationId xmlns:a16="http://schemas.microsoft.com/office/drawing/2014/main" id="{5ED12E93-D58C-3C40-57E8-715CC99667A8}"/>
                    </a:ext>
                  </a:extLst>
                </p:cNvPr>
                <p:cNvSpPr/>
                <p:nvPr/>
              </p:nvSpPr>
              <p:spPr>
                <a:xfrm>
                  <a:off x="2858419" y="1643120"/>
                  <a:ext cx="48165" cy="199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4" h="367" extrusionOk="0">
                      <a:moveTo>
                        <a:pt x="830" y="0"/>
                      </a:moveTo>
                      <a:cubicBezTo>
                        <a:pt x="803" y="0"/>
                        <a:pt x="785" y="18"/>
                        <a:pt x="776" y="45"/>
                      </a:cubicBezTo>
                      <a:lnTo>
                        <a:pt x="196" y="45"/>
                      </a:lnTo>
                      <a:lnTo>
                        <a:pt x="45" y="179"/>
                      </a:lnTo>
                      <a:lnTo>
                        <a:pt x="45" y="259"/>
                      </a:lnTo>
                      <a:cubicBezTo>
                        <a:pt x="18" y="268"/>
                        <a:pt x="0" y="286"/>
                        <a:pt x="0" y="313"/>
                      </a:cubicBezTo>
                      <a:cubicBezTo>
                        <a:pt x="0" y="339"/>
                        <a:pt x="18" y="366"/>
                        <a:pt x="54" y="366"/>
                      </a:cubicBezTo>
                      <a:cubicBezTo>
                        <a:pt x="80" y="366"/>
                        <a:pt x="107" y="339"/>
                        <a:pt x="107" y="313"/>
                      </a:cubicBezTo>
                      <a:cubicBezTo>
                        <a:pt x="107" y="286"/>
                        <a:pt x="80" y="268"/>
                        <a:pt x="62" y="259"/>
                      </a:cubicBezTo>
                      <a:lnTo>
                        <a:pt x="62" y="188"/>
                      </a:lnTo>
                      <a:lnTo>
                        <a:pt x="205" y="63"/>
                      </a:lnTo>
                      <a:lnTo>
                        <a:pt x="776" y="63"/>
                      </a:lnTo>
                      <a:cubicBezTo>
                        <a:pt x="785" y="90"/>
                        <a:pt x="803" y="107"/>
                        <a:pt x="830" y="107"/>
                      </a:cubicBezTo>
                      <a:cubicBezTo>
                        <a:pt x="865" y="107"/>
                        <a:pt x="883" y="81"/>
                        <a:pt x="883" y="54"/>
                      </a:cubicBezTo>
                      <a:cubicBezTo>
                        <a:pt x="883" y="27"/>
                        <a:pt x="865" y="0"/>
                        <a:pt x="8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>
                        <a:alpha val="70000"/>
                      </a:schemeClr>
                    </a:gs>
                    <a:gs pos="100000">
                      <a:schemeClr val="lt2">
                        <a:alpha val="70000"/>
                      </a:schemeClr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9525" algn="bl" rotWithShape="0">
                    <a:schemeClr val="dk2">
                      <a:alpha val="73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3" name="Google Shape;348;p29">
                <a:extLst>
                  <a:ext uri="{FF2B5EF4-FFF2-40B4-BE49-F238E27FC236}">
                    <a16:creationId xmlns:a16="http://schemas.microsoft.com/office/drawing/2014/main" id="{6521F415-E46D-0856-0207-13B5E1604796}"/>
                  </a:ext>
                </a:extLst>
              </p:cNvPr>
              <p:cNvSpPr/>
              <p:nvPr/>
            </p:nvSpPr>
            <p:spPr>
              <a:xfrm>
                <a:off x="2762389" y="2464281"/>
                <a:ext cx="563973" cy="354886"/>
              </a:xfrm>
              <a:custGeom>
                <a:avLst/>
                <a:gdLst/>
                <a:ahLst/>
                <a:cxnLst/>
                <a:rect l="l" t="t" r="r" b="b"/>
                <a:pathLst>
                  <a:path w="6835" h="4301" extrusionOk="0">
                    <a:moveTo>
                      <a:pt x="1" y="1"/>
                    </a:moveTo>
                    <a:lnTo>
                      <a:pt x="2918" y="4301"/>
                    </a:lnTo>
                    <a:lnTo>
                      <a:pt x="4024" y="4301"/>
                    </a:lnTo>
                    <a:lnTo>
                      <a:pt x="68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>
                      <a:alpha val="50000"/>
                    </a:schemeClr>
                  </a:gs>
                  <a:gs pos="83000">
                    <a:srgbClr val="FFFFFF">
                      <a:alpha val="0"/>
                      <a:alpha val="50000"/>
                    </a:srgbClr>
                  </a:gs>
                  <a:gs pos="100000">
                    <a:srgbClr val="FFFFFF">
                      <a:alpha val="0"/>
                      <a:alpha val="50000"/>
                    </a:srgbClr>
                  </a:gs>
                </a:gsLst>
                <a:lin ang="16200038" scaled="0"/>
              </a:gradFill>
              <a:ln>
                <a:noFill/>
              </a:ln>
              <a:effectLst>
                <a:outerShdw blurRad="114300" algn="bl" rotWithShape="0">
                  <a:schemeClr val="dk2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349;p29">
                <a:extLst>
                  <a:ext uri="{FF2B5EF4-FFF2-40B4-BE49-F238E27FC236}">
                    <a16:creationId xmlns:a16="http://schemas.microsoft.com/office/drawing/2014/main" id="{14D3AC23-7F47-B9A4-0481-500213BCBBA6}"/>
                  </a:ext>
                </a:extLst>
              </p:cNvPr>
              <p:cNvSpPr/>
              <p:nvPr/>
            </p:nvSpPr>
            <p:spPr>
              <a:xfrm>
                <a:off x="2585157" y="2888934"/>
                <a:ext cx="76719" cy="21296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322" extrusionOk="0">
                    <a:moveTo>
                      <a:pt x="54" y="107"/>
                    </a:moveTo>
                    <a:cubicBezTo>
                      <a:pt x="36" y="116"/>
                      <a:pt x="27" y="134"/>
                      <a:pt x="18" y="152"/>
                    </a:cubicBezTo>
                    <a:lnTo>
                      <a:pt x="18" y="152"/>
                    </a:lnTo>
                    <a:cubicBezTo>
                      <a:pt x="9" y="161"/>
                      <a:pt x="0" y="188"/>
                      <a:pt x="9" y="197"/>
                    </a:cubicBezTo>
                    <a:lnTo>
                      <a:pt x="9" y="197"/>
                    </a:lnTo>
                    <a:cubicBezTo>
                      <a:pt x="18" y="232"/>
                      <a:pt x="54" y="241"/>
                      <a:pt x="80" y="250"/>
                    </a:cubicBezTo>
                    <a:lnTo>
                      <a:pt x="80" y="250"/>
                    </a:lnTo>
                    <a:cubicBezTo>
                      <a:pt x="303" y="295"/>
                      <a:pt x="526" y="321"/>
                      <a:pt x="758" y="321"/>
                    </a:cubicBezTo>
                    <a:lnTo>
                      <a:pt x="758" y="321"/>
                    </a:lnTo>
                    <a:cubicBezTo>
                      <a:pt x="812" y="321"/>
                      <a:pt x="865" y="321"/>
                      <a:pt x="910" y="321"/>
                    </a:cubicBezTo>
                    <a:lnTo>
                      <a:pt x="910" y="321"/>
                    </a:lnTo>
                    <a:cubicBezTo>
                      <a:pt x="964" y="321"/>
                      <a:pt x="1008" y="313"/>
                      <a:pt x="1062" y="313"/>
                    </a:cubicBezTo>
                    <a:lnTo>
                      <a:pt x="1062" y="313"/>
                    </a:lnTo>
                    <a:cubicBezTo>
                      <a:pt x="1080" y="313"/>
                      <a:pt x="1151" y="313"/>
                      <a:pt x="1151" y="286"/>
                    </a:cubicBezTo>
                    <a:lnTo>
                      <a:pt x="1151" y="286"/>
                    </a:lnTo>
                    <a:cubicBezTo>
                      <a:pt x="1160" y="268"/>
                      <a:pt x="1142" y="259"/>
                      <a:pt x="1133" y="250"/>
                    </a:cubicBezTo>
                    <a:lnTo>
                      <a:pt x="1133" y="250"/>
                    </a:lnTo>
                    <a:cubicBezTo>
                      <a:pt x="1106" y="232"/>
                      <a:pt x="1080" y="214"/>
                      <a:pt x="1053" y="197"/>
                    </a:cubicBezTo>
                    <a:lnTo>
                      <a:pt x="1053" y="197"/>
                    </a:lnTo>
                    <a:cubicBezTo>
                      <a:pt x="919" y="116"/>
                      <a:pt x="785" y="63"/>
                      <a:pt x="633" y="27"/>
                    </a:cubicBezTo>
                    <a:lnTo>
                      <a:pt x="633" y="27"/>
                    </a:lnTo>
                    <a:cubicBezTo>
                      <a:pt x="571" y="9"/>
                      <a:pt x="491" y="0"/>
                      <a:pt x="419" y="0"/>
                    </a:cubicBezTo>
                    <a:lnTo>
                      <a:pt x="419" y="0"/>
                    </a:lnTo>
                    <a:cubicBezTo>
                      <a:pt x="286" y="0"/>
                      <a:pt x="161" y="36"/>
                      <a:pt x="54" y="107"/>
                    </a:cubicBezTo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350;p29">
                <a:extLst>
                  <a:ext uri="{FF2B5EF4-FFF2-40B4-BE49-F238E27FC236}">
                    <a16:creationId xmlns:a16="http://schemas.microsoft.com/office/drawing/2014/main" id="{400636FD-54FF-1139-191A-8F02D3C2298A}"/>
                  </a:ext>
                </a:extLst>
              </p:cNvPr>
              <p:cNvSpPr/>
              <p:nvPr/>
            </p:nvSpPr>
            <p:spPr>
              <a:xfrm>
                <a:off x="2918497" y="2859436"/>
                <a:ext cx="452579" cy="159325"/>
              </a:xfrm>
              <a:custGeom>
                <a:avLst/>
                <a:gdLst/>
                <a:ahLst/>
                <a:cxnLst/>
                <a:rect l="l" t="t" r="r" b="b"/>
                <a:pathLst>
                  <a:path w="6843" h="2409" extrusionOk="0">
                    <a:moveTo>
                      <a:pt x="36" y="232"/>
                    </a:moveTo>
                    <a:cubicBezTo>
                      <a:pt x="63" y="312"/>
                      <a:pt x="107" y="375"/>
                      <a:pt x="161" y="437"/>
                    </a:cubicBezTo>
                    <a:lnTo>
                      <a:pt x="161" y="437"/>
                    </a:lnTo>
                    <a:cubicBezTo>
                      <a:pt x="259" y="562"/>
                      <a:pt x="411" y="643"/>
                      <a:pt x="562" y="705"/>
                    </a:cubicBezTo>
                    <a:lnTo>
                      <a:pt x="562" y="705"/>
                    </a:lnTo>
                    <a:cubicBezTo>
                      <a:pt x="705" y="759"/>
                      <a:pt x="857" y="803"/>
                      <a:pt x="1009" y="848"/>
                    </a:cubicBezTo>
                    <a:lnTo>
                      <a:pt x="1009" y="848"/>
                    </a:lnTo>
                    <a:cubicBezTo>
                      <a:pt x="1160" y="892"/>
                      <a:pt x="1312" y="937"/>
                      <a:pt x="1463" y="973"/>
                    </a:cubicBezTo>
                    <a:lnTo>
                      <a:pt x="1463" y="973"/>
                    </a:lnTo>
                    <a:cubicBezTo>
                      <a:pt x="1767" y="1062"/>
                      <a:pt x="2070" y="1133"/>
                      <a:pt x="2382" y="1205"/>
                    </a:cubicBezTo>
                    <a:lnTo>
                      <a:pt x="2382" y="1205"/>
                    </a:lnTo>
                    <a:cubicBezTo>
                      <a:pt x="2534" y="1231"/>
                      <a:pt x="2695" y="1258"/>
                      <a:pt x="2837" y="1285"/>
                    </a:cubicBezTo>
                    <a:lnTo>
                      <a:pt x="2837" y="1285"/>
                    </a:lnTo>
                    <a:cubicBezTo>
                      <a:pt x="2998" y="1312"/>
                      <a:pt x="3141" y="1347"/>
                      <a:pt x="3292" y="1383"/>
                    </a:cubicBezTo>
                    <a:lnTo>
                      <a:pt x="3292" y="1383"/>
                    </a:lnTo>
                    <a:cubicBezTo>
                      <a:pt x="3899" y="1526"/>
                      <a:pt x="4470" y="1758"/>
                      <a:pt x="5023" y="2043"/>
                    </a:cubicBezTo>
                    <a:lnTo>
                      <a:pt x="5023" y="2043"/>
                    </a:lnTo>
                    <a:cubicBezTo>
                      <a:pt x="5308" y="2177"/>
                      <a:pt x="5603" y="2311"/>
                      <a:pt x="5915" y="2364"/>
                    </a:cubicBezTo>
                    <a:lnTo>
                      <a:pt x="5915" y="2364"/>
                    </a:lnTo>
                    <a:cubicBezTo>
                      <a:pt x="6076" y="2391"/>
                      <a:pt x="6236" y="2409"/>
                      <a:pt x="6397" y="2382"/>
                    </a:cubicBezTo>
                    <a:lnTo>
                      <a:pt x="6397" y="2382"/>
                    </a:lnTo>
                    <a:cubicBezTo>
                      <a:pt x="6557" y="2373"/>
                      <a:pt x="6709" y="2320"/>
                      <a:pt x="6843" y="2239"/>
                    </a:cubicBezTo>
                    <a:lnTo>
                      <a:pt x="6843" y="2239"/>
                    </a:lnTo>
                    <a:cubicBezTo>
                      <a:pt x="6557" y="2364"/>
                      <a:pt x="6236" y="2355"/>
                      <a:pt x="5942" y="2275"/>
                    </a:cubicBezTo>
                    <a:lnTo>
                      <a:pt x="5942" y="2275"/>
                    </a:lnTo>
                    <a:cubicBezTo>
                      <a:pt x="5639" y="2204"/>
                      <a:pt x="5371" y="2052"/>
                      <a:pt x="5094" y="1909"/>
                    </a:cubicBezTo>
                    <a:lnTo>
                      <a:pt x="5094" y="1909"/>
                    </a:lnTo>
                    <a:cubicBezTo>
                      <a:pt x="4818" y="1758"/>
                      <a:pt x="4541" y="1615"/>
                      <a:pt x="4247" y="1490"/>
                    </a:cubicBezTo>
                    <a:lnTo>
                      <a:pt x="4247" y="1490"/>
                    </a:lnTo>
                    <a:cubicBezTo>
                      <a:pt x="3952" y="1374"/>
                      <a:pt x="3649" y="1276"/>
                      <a:pt x="3337" y="1196"/>
                    </a:cubicBezTo>
                    <a:lnTo>
                      <a:pt x="3337" y="1196"/>
                    </a:lnTo>
                    <a:cubicBezTo>
                      <a:pt x="3185" y="1160"/>
                      <a:pt x="3034" y="1133"/>
                      <a:pt x="2873" y="1106"/>
                    </a:cubicBezTo>
                    <a:lnTo>
                      <a:pt x="2873" y="1106"/>
                    </a:lnTo>
                    <a:cubicBezTo>
                      <a:pt x="2712" y="1080"/>
                      <a:pt x="2570" y="1053"/>
                      <a:pt x="2409" y="1026"/>
                    </a:cubicBezTo>
                    <a:lnTo>
                      <a:pt x="2409" y="1026"/>
                    </a:lnTo>
                    <a:cubicBezTo>
                      <a:pt x="2106" y="973"/>
                      <a:pt x="1802" y="901"/>
                      <a:pt x="1499" y="830"/>
                    </a:cubicBezTo>
                    <a:lnTo>
                      <a:pt x="1499" y="830"/>
                    </a:lnTo>
                    <a:lnTo>
                      <a:pt x="1044" y="732"/>
                    </a:lnTo>
                    <a:cubicBezTo>
                      <a:pt x="893" y="696"/>
                      <a:pt x="732" y="660"/>
                      <a:pt x="589" y="616"/>
                    </a:cubicBezTo>
                    <a:lnTo>
                      <a:pt x="589" y="616"/>
                    </a:lnTo>
                    <a:cubicBezTo>
                      <a:pt x="446" y="571"/>
                      <a:pt x="304" y="509"/>
                      <a:pt x="197" y="402"/>
                    </a:cubicBezTo>
                    <a:lnTo>
                      <a:pt x="197" y="402"/>
                    </a:lnTo>
                    <a:cubicBezTo>
                      <a:pt x="90" y="304"/>
                      <a:pt x="9" y="152"/>
                      <a:pt x="18" y="0"/>
                    </a:cubicBezTo>
                    <a:lnTo>
                      <a:pt x="18" y="0"/>
                    </a:lnTo>
                    <a:cubicBezTo>
                      <a:pt x="0" y="72"/>
                      <a:pt x="9" y="152"/>
                      <a:pt x="36" y="23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dk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351;p29">
                <a:extLst>
                  <a:ext uri="{FF2B5EF4-FFF2-40B4-BE49-F238E27FC236}">
                    <a16:creationId xmlns:a16="http://schemas.microsoft.com/office/drawing/2014/main" id="{0CFC5E35-A4C3-0B42-8841-A0A486C62E7F}"/>
                  </a:ext>
                </a:extLst>
              </p:cNvPr>
              <p:cNvSpPr/>
              <p:nvPr/>
            </p:nvSpPr>
            <p:spPr>
              <a:xfrm>
                <a:off x="2912015" y="2831658"/>
                <a:ext cx="113360" cy="76786"/>
              </a:xfrm>
              <a:custGeom>
                <a:avLst/>
                <a:gdLst/>
                <a:ahLst/>
                <a:cxnLst/>
                <a:rect l="l" t="t" r="r" b="b"/>
                <a:pathLst>
                  <a:path w="1714" h="1161" extrusionOk="0">
                    <a:moveTo>
                      <a:pt x="295" y="313"/>
                    </a:moveTo>
                    <a:cubicBezTo>
                      <a:pt x="143" y="501"/>
                      <a:pt x="0" y="857"/>
                      <a:pt x="250" y="1027"/>
                    </a:cubicBezTo>
                    <a:lnTo>
                      <a:pt x="250" y="1027"/>
                    </a:lnTo>
                    <a:cubicBezTo>
                      <a:pt x="357" y="1089"/>
                      <a:pt x="482" y="1089"/>
                      <a:pt x="607" y="1098"/>
                    </a:cubicBezTo>
                    <a:lnTo>
                      <a:pt x="607" y="1098"/>
                    </a:lnTo>
                    <a:cubicBezTo>
                      <a:pt x="759" y="1116"/>
                      <a:pt x="919" y="1152"/>
                      <a:pt x="1071" y="1152"/>
                    </a:cubicBezTo>
                    <a:lnTo>
                      <a:pt x="1071" y="1152"/>
                    </a:lnTo>
                    <a:cubicBezTo>
                      <a:pt x="1258" y="1161"/>
                      <a:pt x="1472" y="1107"/>
                      <a:pt x="1597" y="947"/>
                    </a:cubicBezTo>
                    <a:lnTo>
                      <a:pt x="1597" y="947"/>
                    </a:lnTo>
                    <a:cubicBezTo>
                      <a:pt x="1660" y="866"/>
                      <a:pt x="1695" y="759"/>
                      <a:pt x="1704" y="652"/>
                    </a:cubicBezTo>
                    <a:lnTo>
                      <a:pt x="1704" y="652"/>
                    </a:lnTo>
                    <a:cubicBezTo>
                      <a:pt x="1713" y="545"/>
                      <a:pt x="1713" y="447"/>
                      <a:pt x="1686" y="358"/>
                    </a:cubicBezTo>
                    <a:lnTo>
                      <a:pt x="1686" y="358"/>
                    </a:lnTo>
                    <a:cubicBezTo>
                      <a:pt x="1669" y="269"/>
                      <a:pt x="1606" y="188"/>
                      <a:pt x="1499" y="126"/>
                    </a:cubicBezTo>
                    <a:lnTo>
                      <a:pt x="1499" y="126"/>
                    </a:lnTo>
                    <a:cubicBezTo>
                      <a:pt x="1356" y="54"/>
                      <a:pt x="1187" y="10"/>
                      <a:pt x="1026" y="1"/>
                    </a:cubicBezTo>
                    <a:lnTo>
                      <a:pt x="1026" y="1"/>
                    </a:lnTo>
                    <a:cubicBezTo>
                      <a:pt x="1008" y="1"/>
                      <a:pt x="999" y="1"/>
                      <a:pt x="982" y="1"/>
                    </a:cubicBezTo>
                    <a:lnTo>
                      <a:pt x="982" y="1"/>
                    </a:lnTo>
                    <a:cubicBezTo>
                      <a:pt x="723" y="1"/>
                      <a:pt x="464" y="117"/>
                      <a:pt x="295" y="313"/>
                    </a:cubicBezTo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" name="Google Shape;352;p29">
              <a:extLst>
                <a:ext uri="{FF2B5EF4-FFF2-40B4-BE49-F238E27FC236}">
                  <a16:creationId xmlns:a16="http://schemas.microsoft.com/office/drawing/2014/main" id="{D8B55B0B-0C9A-CFF2-9150-266954D2A4F4}"/>
                </a:ext>
              </a:extLst>
            </p:cNvPr>
            <p:cNvSpPr/>
            <p:nvPr/>
          </p:nvSpPr>
          <p:spPr>
            <a:xfrm>
              <a:off x="4814250" y="596848"/>
              <a:ext cx="716036" cy="71612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53;p29">
              <a:extLst>
                <a:ext uri="{FF2B5EF4-FFF2-40B4-BE49-F238E27FC236}">
                  <a16:creationId xmlns:a16="http://schemas.microsoft.com/office/drawing/2014/main" id="{9C2E0649-CC4E-75E0-377F-F4385AE01EAB}"/>
                </a:ext>
              </a:extLst>
            </p:cNvPr>
            <p:cNvSpPr/>
            <p:nvPr/>
          </p:nvSpPr>
          <p:spPr>
            <a:xfrm>
              <a:off x="7393860" y="3277728"/>
              <a:ext cx="258568" cy="258598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54;p29">
              <a:extLst>
                <a:ext uri="{FF2B5EF4-FFF2-40B4-BE49-F238E27FC236}">
                  <a16:creationId xmlns:a16="http://schemas.microsoft.com/office/drawing/2014/main" id="{F7A6096F-97C3-AF3B-320C-A6EC47A25F38}"/>
                </a:ext>
              </a:extLst>
            </p:cNvPr>
            <p:cNvSpPr/>
            <p:nvPr/>
          </p:nvSpPr>
          <p:spPr>
            <a:xfrm>
              <a:off x="8035449" y="2585529"/>
              <a:ext cx="258568" cy="258598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55;p29">
              <a:extLst>
                <a:ext uri="{FF2B5EF4-FFF2-40B4-BE49-F238E27FC236}">
                  <a16:creationId xmlns:a16="http://schemas.microsoft.com/office/drawing/2014/main" id="{FF0FD027-3631-B34C-A7CA-CA7242BD2040}"/>
                </a:ext>
              </a:extLst>
            </p:cNvPr>
            <p:cNvSpPr/>
            <p:nvPr/>
          </p:nvSpPr>
          <p:spPr>
            <a:xfrm>
              <a:off x="5530281" y="3035708"/>
              <a:ext cx="258568" cy="258598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56;p29">
              <a:extLst>
                <a:ext uri="{FF2B5EF4-FFF2-40B4-BE49-F238E27FC236}">
                  <a16:creationId xmlns:a16="http://schemas.microsoft.com/office/drawing/2014/main" id="{51B9C228-4224-0C7C-7A14-F2E06FB8C49A}"/>
                </a:ext>
              </a:extLst>
            </p:cNvPr>
            <p:cNvSpPr/>
            <p:nvPr/>
          </p:nvSpPr>
          <p:spPr>
            <a:xfrm>
              <a:off x="7011756" y="584085"/>
              <a:ext cx="1292563" cy="1292651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57;p29">
              <a:extLst>
                <a:ext uri="{FF2B5EF4-FFF2-40B4-BE49-F238E27FC236}">
                  <a16:creationId xmlns:a16="http://schemas.microsoft.com/office/drawing/2014/main" id="{D8233CEF-0E41-CFBD-AFB5-294E0408B92C}"/>
                </a:ext>
              </a:extLst>
            </p:cNvPr>
            <p:cNvSpPr/>
            <p:nvPr/>
          </p:nvSpPr>
          <p:spPr>
            <a:xfrm>
              <a:off x="8035457" y="1519454"/>
              <a:ext cx="792788" cy="7928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58;p29">
              <a:extLst>
                <a:ext uri="{FF2B5EF4-FFF2-40B4-BE49-F238E27FC236}">
                  <a16:creationId xmlns:a16="http://schemas.microsoft.com/office/drawing/2014/main" id="{C80200A8-7836-1F4F-D547-7F64616EBC5A}"/>
                </a:ext>
              </a:extLst>
            </p:cNvPr>
            <p:cNvSpPr/>
            <p:nvPr/>
          </p:nvSpPr>
          <p:spPr>
            <a:xfrm>
              <a:off x="5021733" y="1950845"/>
              <a:ext cx="508552" cy="50858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59;p29">
              <a:extLst>
                <a:ext uri="{FF2B5EF4-FFF2-40B4-BE49-F238E27FC236}">
                  <a16:creationId xmlns:a16="http://schemas.microsoft.com/office/drawing/2014/main" id="{9A558B59-D6CA-6D72-6B62-F404C90A827C}"/>
                </a:ext>
              </a:extLst>
            </p:cNvPr>
            <p:cNvSpPr/>
            <p:nvPr/>
          </p:nvSpPr>
          <p:spPr>
            <a:xfrm>
              <a:off x="5788842" y="633050"/>
              <a:ext cx="258568" cy="258598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60;p29">
              <a:extLst>
                <a:ext uri="{FF2B5EF4-FFF2-40B4-BE49-F238E27FC236}">
                  <a16:creationId xmlns:a16="http://schemas.microsoft.com/office/drawing/2014/main" id="{B4E9EB90-1788-F2E9-0255-CFB19299ACD1}"/>
                </a:ext>
              </a:extLst>
            </p:cNvPr>
            <p:cNvSpPr/>
            <p:nvPr/>
          </p:nvSpPr>
          <p:spPr>
            <a:xfrm>
              <a:off x="6457220" y="182501"/>
              <a:ext cx="354760" cy="354798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2" name="תמונה 91" descr="תמונה שמכילה טקסט, צילום מסך, גופן, כחול חשמלי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F4B1EB9-F8B1-DE95-21EB-47F8248C6D5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25" t="16150" r="30567" b="26728"/>
          <a:stretch>
            <a:fillRect/>
          </a:stretch>
        </p:blipFill>
        <p:spPr bwMode="auto">
          <a:xfrm>
            <a:off x="6041637" y="881835"/>
            <a:ext cx="2389138" cy="21195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3" name="מלבן 92">
            <a:extLst>
              <a:ext uri="{FF2B5EF4-FFF2-40B4-BE49-F238E27FC236}">
                <a16:creationId xmlns:a16="http://schemas.microsoft.com/office/drawing/2014/main" id="{EC5D69D9-0900-1707-12B1-C6A512F91158}"/>
              </a:ext>
            </a:extLst>
          </p:cNvPr>
          <p:cNvSpPr/>
          <p:nvPr/>
        </p:nvSpPr>
        <p:spPr>
          <a:xfrm>
            <a:off x="77838" y="1611675"/>
            <a:ext cx="5014513" cy="126188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cap="none" spc="0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InstaAD</a:t>
            </a:r>
            <a:r>
              <a:rPr lang="en-US" sz="4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</a:p>
          <a:p>
            <a:pPr algn="ctr"/>
            <a:r>
              <a:rPr lang="en-US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Advertisment</a:t>
            </a:r>
            <a:r>
              <a:rPr lang="en-US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AI Creator </a:t>
            </a:r>
          </a:p>
        </p:txBody>
      </p:sp>
      <p:pic>
        <p:nvPicPr>
          <p:cNvPr id="94" name="Picture 1908292198" descr="תמונה שמכילה טקסט, גופן, לוגו, גרפיק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AF895488-C22C-0826-5D35-7A13D0AE97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752" y="141148"/>
            <a:ext cx="2436495" cy="5765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6" name="תיבת טקסט 95">
            <a:extLst>
              <a:ext uri="{FF2B5EF4-FFF2-40B4-BE49-F238E27FC236}">
                <a16:creationId xmlns:a16="http://schemas.microsoft.com/office/drawing/2014/main" id="{D3E58FF6-5D7F-F099-A6CF-78A17212196E}"/>
              </a:ext>
            </a:extLst>
          </p:cNvPr>
          <p:cNvSpPr txBox="1"/>
          <p:nvPr/>
        </p:nvSpPr>
        <p:spPr>
          <a:xfrm>
            <a:off x="230694" y="3410644"/>
            <a:ext cx="4593542" cy="676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u="sng" kern="1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Supervisor:</a:t>
            </a:r>
            <a:endParaRPr lang="en-US" sz="1400" u="sng" kern="100" dirty="0">
              <a:solidFill>
                <a:schemeClr val="accent6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ctr" rtl="1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kern="1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Zakharia Frenkel</a:t>
            </a:r>
            <a:endParaRPr lang="en-US" sz="1400" kern="100" dirty="0">
              <a:solidFill>
                <a:schemeClr val="accent6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תיבת טקסט 97">
            <a:extLst>
              <a:ext uri="{FF2B5EF4-FFF2-40B4-BE49-F238E27FC236}">
                <a16:creationId xmlns:a16="http://schemas.microsoft.com/office/drawing/2014/main" id="{8E540A70-97DA-2B5A-453B-5E88B23EE953}"/>
              </a:ext>
            </a:extLst>
          </p:cNvPr>
          <p:cNvSpPr txBox="1"/>
          <p:nvPr/>
        </p:nvSpPr>
        <p:spPr>
          <a:xfrm>
            <a:off x="230694" y="4250274"/>
            <a:ext cx="4593542" cy="676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u="sng" kern="100" dirty="0">
                <a:solidFill>
                  <a:schemeClr val="accent6"/>
                </a:solidFill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Students:</a:t>
            </a:r>
          </a:p>
          <a:p>
            <a:pPr algn="ctr" rtl="1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kern="1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Maor Siboni                                   </a:t>
            </a:r>
            <a:r>
              <a:rPr lang="en-US" kern="100" dirty="0">
                <a:solidFill>
                  <a:schemeClr val="accent6"/>
                </a:solidFill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Daniel Ayash</a:t>
            </a:r>
            <a:endParaRPr lang="en-US" sz="1400" kern="100" dirty="0">
              <a:solidFill>
                <a:schemeClr val="accent6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תיבת טקסט 100">
            <a:extLst>
              <a:ext uri="{FF2B5EF4-FFF2-40B4-BE49-F238E27FC236}">
                <a16:creationId xmlns:a16="http://schemas.microsoft.com/office/drawing/2014/main" id="{BA90D81E-E7A7-2A9E-7BF5-67AAE6DD1CFA}"/>
              </a:ext>
            </a:extLst>
          </p:cNvPr>
          <p:cNvSpPr txBox="1"/>
          <p:nvPr/>
        </p:nvSpPr>
        <p:spPr>
          <a:xfrm>
            <a:off x="1507658" y="2822990"/>
            <a:ext cx="23891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he-IL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ptos" panose="020B0004020202020204" pitchFamily="34" charset="0"/>
              </a:rPr>
              <a:t>Project Code: 25-2-D-26</a:t>
            </a:r>
            <a:endParaRPr kumimoji="0" lang="he-IL" altLang="he-IL" b="0" i="0" u="none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0AD1D2-0C21-DFF3-6D99-2C54756CD05A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241463" y="1409371"/>
            <a:ext cx="836897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altLang="he-IL" sz="1600" b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he-IL" altLang="he-IL" sz="16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</a:t>
            </a:r>
            <a:r>
              <a:rPr kumimoji="0" lang="he-IL" altLang="he-IL" sz="16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600" dirty="0"/>
              <a:t>Video marketing is essential for any business today</a:t>
            </a:r>
            <a:endParaRPr kumimoji="0" lang="he-IL" altLang="he-IL" sz="16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5F2E916-372F-02A2-69B0-1902B6BA0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574" y="2066067"/>
            <a:ext cx="836897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he-IL" sz="1600" b="1" dirty="0">
                <a:solidFill>
                  <a:schemeClr val="tx1"/>
                </a:solidFill>
                <a:latin typeface="Arial" panose="020B0604020202020204" pitchFamily="34" charset="0"/>
              </a:rPr>
              <a:t>The Cost:</a:t>
            </a:r>
            <a:br>
              <a:rPr lang="en-US" altLang="he-IL" sz="16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sz="1600" dirty="0"/>
              <a:t>Traditional production is expensive &amp; slow</a:t>
            </a:r>
            <a:endParaRPr lang="he-IL" altLang="he-IL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6526436-B9AF-D119-91A6-664A8ABA6D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2138" y="2717245"/>
            <a:ext cx="836897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600" b="1" dirty="0"/>
              <a:t>The AI Barrier:</a:t>
            </a:r>
            <a:r>
              <a:rPr lang="en-US" sz="1600" dirty="0"/>
              <a:t>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600" dirty="0"/>
              <a:t>Existing AI tools are too complex</a:t>
            </a:r>
            <a:endParaRPr lang="he-IL" altLang="he-IL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A964AE0-1063-4DCF-33B5-227138207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0975" y="3441741"/>
            <a:ext cx="836897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600" b="1" dirty="0"/>
              <a:t>The Gap:</a:t>
            </a:r>
            <a:r>
              <a:rPr lang="en-US" sz="1600" dirty="0"/>
              <a:t>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600" dirty="0"/>
              <a:t>Small businesses without resources are left behind</a:t>
            </a:r>
            <a:endParaRPr lang="he-IL" altLang="he-IL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1030" name="Picture 6" descr="Small-Business Icons - Free SVG &amp; PNG Small-Business Images - Noun Project">
            <a:extLst>
              <a:ext uri="{FF2B5EF4-FFF2-40B4-BE49-F238E27FC236}">
                <a16:creationId xmlns:a16="http://schemas.microsoft.com/office/drawing/2014/main" id="{2375142D-2AE3-9A99-65BC-DD1CC38FC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560" y="3751987"/>
            <a:ext cx="1287331" cy="1287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Online Advertising | Paid Advertising Campaigns - Intrinsic Marketing">
            <a:extLst>
              <a:ext uri="{FF2B5EF4-FFF2-40B4-BE49-F238E27FC236}">
                <a16:creationId xmlns:a16="http://schemas.microsoft.com/office/drawing/2014/main" id="{5187822E-C2E8-C72E-41C7-B462A10D71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0639" y="1411740"/>
            <a:ext cx="1677787" cy="1597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מלבן 14">
            <a:extLst>
              <a:ext uri="{FF2B5EF4-FFF2-40B4-BE49-F238E27FC236}">
                <a16:creationId xmlns:a16="http://schemas.microsoft.com/office/drawing/2014/main" id="{84F7DDDC-3C2D-5D72-DCDD-346FC7A187A3}"/>
              </a:ext>
            </a:extLst>
          </p:cNvPr>
          <p:cNvSpPr/>
          <p:nvPr/>
        </p:nvSpPr>
        <p:spPr>
          <a:xfrm>
            <a:off x="1610292" y="137662"/>
            <a:ext cx="5923416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Background &amp; The Problem</a:t>
            </a:r>
            <a:endParaRPr lang="he-IL" sz="3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 txBox="1">
            <a:spLocks noGrp="1"/>
          </p:cNvSpPr>
          <p:nvPr>
            <p:ph type="subTitle" idx="1"/>
          </p:nvPr>
        </p:nvSpPr>
        <p:spPr>
          <a:xfrm>
            <a:off x="5536599" y="1833886"/>
            <a:ext cx="29418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Smooth UI (Asynchronous processing) and server availability</a:t>
            </a:r>
            <a:endParaRPr dirty="0"/>
          </a:p>
        </p:txBody>
      </p:sp>
      <p:sp>
        <p:nvSpPr>
          <p:cNvPr id="175" name="Google Shape;175;p31"/>
          <p:cNvSpPr txBox="1">
            <a:spLocks noGrp="1"/>
          </p:cNvSpPr>
          <p:nvPr>
            <p:ph type="subTitle" idx="2"/>
          </p:nvPr>
        </p:nvSpPr>
        <p:spPr>
          <a:xfrm>
            <a:off x="491871" y="1804437"/>
            <a:ext cx="29418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End-to-end video generation via a "One-Click" natural language interface, with no manual editing required.</a:t>
            </a:r>
            <a:endParaRPr dirty="0"/>
          </a:p>
        </p:txBody>
      </p:sp>
      <p:sp>
        <p:nvSpPr>
          <p:cNvPr id="176" name="Google Shape;176;p31"/>
          <p:cNvSpPr txBox="1">
            <a:spLocks noGrp="1"/>
          </p:cNvSpPr>
          <p:nvPr>
            <p:ph type="subTitle" idx="3"/>
          </p:nvPr>
        </p:nvSpPr>
        <p:spPr>
          <a:xfrm>
            <a:off x="5536599" y="1419002"/>
            <a:ext cx="2941800" cy="52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High Reliability</a:t>
            </a:r>
            <a:endParaRPr dirty="0"/>
          </a:p>
        </p:txBody>
      </p:sp>
      <p:sp>
        <p:nvSpPr>
          <p:cNvPr id="177" name="Google Shape;177;p31"/>
          <p:cNvSpPr txBox="1">
            <a:spLocks noGrp="1"/>
          </p:cNvSpPr>
          <p:nvPr>
            <p:ph type="subTitle" idx="4"/>
          </p:nvPr>
        </p:nvSpPr>
        <p:spPr>
          <a:xfrm>
            <a:off x="-141005" y="1416714"/>
            <a:ext cx="4207553" cy="52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Automated Simplicity</a:t>
            </a:r>
            <a:endParaRPr dirty="0"/>
          </a:p>
        </p:txBody>
      </p:sp>
      <p:grpSp>
        <p:nvGrpSpPr>
          <p:cNvPr id="178" name="Google Shape;178;p31"/>
          <p:cNvGrpSpPr/>
          <p:nvPr/>
        </p:nvGrpSpPr>
        <p:grpSpPr>
          <a:xfrm>
            <a:off x="1831428" y="1021365"/>
            <a:ext cx="297480" cy="414433"/>
            <a:chOff x="1394741" y="1512061"/>
            <a:chExt cx="252444" cy="351722"/>
          </a:xfrm>
        </p:grpSpPr>
        <p:sp>
          <p:nvSpPr>
            <p:cNvPr id="179" name="Google Shape;179;p31"/>
            <p:cNvSpPr/>
            <p:nvPr/>
          </p:nvSpPr>
          <p:spPr>
            <a:xfrm>
              <a:off x="1394741" y="1512061"/>
              <a:ext cx="252444" cy="351722"/>
            </a:xfrm>
            <a:custGeom>
              <a:avLst/>
              <a:gdLst/>
              <a:ahLst/>
              <a:cxnLst/>
              <a:rect l="l" t="t" r="r" b="b"/>
              <a:pathLst>
                <a:path w="7931" h="11050" extrusionOk="0">
                  <a:moveTo>
                    <a:pt x="3942" y="334"/>
                  </a:moveTo>
                  <a:cubicBezTo>
                    <a:pt x="4132" y="334"/>
                    <a:pt x="4299" y="429"/>
                    <a:pt x="4406" y="595"/>
                  </a:cubicBezTo>
                  <a:cubicBezTo>
                    <a:pt x="4430" y="643"/>
                    <a:pt x="4490" y="667"/>
                    <a:pt x="4537" y="667"/>
                  </a:cubicBezTo>
                  <a:lnTo>
                    <a:pt x="5144" y="667"/>
                  </a:lnTo>
                  <a:cubicBezTo>
                    <a:pt x="5252" y="667"/>
                    <a:pt x="5323" y="762"/>
                    <a:pt x="5323" y="846"/>
                  </a:cubicBezTo>
                  <a:lnTo>
                    <a:pt x="5323" y="1381"/>
                  </a:lnTo>
                  <a:lnTo>
                    <a:pt x="2549" y="1381"/>
                  </a:lnTo>
                  <a:lnTo>
                    <a:pt x="2549" y="846"/>
                  </a:lnTo>
                  <a:lnTo>
                    <a:pt x="2561" y="846"/>
                  </a:lnTo>
                  <a:cubicBezTo>
                    <a:pt x="2561" y="750"/>
                    <a:pt x="2644" y="667"/>
                    <a:pt x="2739" y="667"/>
                  </a:cubicBezTo>
                  <a:lnTo>
                    <a:pt x="3347" y="667"/>
                  </a:lnTo>
                  <a:cubicBezTo>
                    <a:pt x="3406" y="667"/>
                    <a:pt x="3454" y="643"/>
                    <a:pt x="3478" y="595"/>
                  </a:cubicBezTo>
                  <a:cubicBezTo>
                    <a:pt x="3573" y="429"/>
                    <a:pt x="3751" y="334"/>
                    <a:pt x="3942" y="334"/>
                  </a:cubicBezTo>
                  <a:close/>
                  <a:moveTo>
                    <a:pt x="7228" y="1000"/>
                  </a:moveTo>
                  <a:cubicBezTo>
                    <a:pt x="7430" y="1000"/>
                    <a:pt x="7585" y="1167"/>
                    <a:pt x="7585" y="1357"/>
                  </a:cubicBezTo>
                  <a:lnTo>
                    <a:pt x="7585" y="10347"/>
                  </a:lnTo>
                  <a:cubicBezTo>
                    <a:pt x="7585" y="10537"/>
                    <a:pt x="7430" y="10704"/>
                    <a:pt x="7228" y="10704"/>
                  </a:cubicBezTo>
                  <a:lnTo>
                    <a:pt x="668" y="10704"/>
                  </a:lnTo>
                  <a:cubicBezTo>
                    <a:pt x="477" y="10704"/>
                    <a:pt x="310" y="10537"/>
                    <a:pt x="310" y="10347"/>
                  </a:cubicBezTo>
                  <a:lnTo>
                    <a:pt x="310" y="1357"/>
                  </a:lnTo>
                  <a:cubicBezTo>
                    <a:pt x="310" y="1155"/>
                    <a:pt x="477" y="1000"/>
                    <a:pt x="668" y="1000"/>
                  </a:cubicBezTo>
                  <a:lnTo>
                    <a:pt x="2227" y="1000"/>
                  </a:lnTo>
                  <a:lnTo>
                    <a:pt x="2227" y="1536"/>
                  </a:lnTo>
                  <a:cubicBezTo>
                    <a:pt x="2227" y="1619"/>
                    <a:pt x="2311" y="1703"/>
                    <a:pt x="2394" y="1703"/>
                  </a:cubicBezTo>
                  <a:lnTo>
                    <a:pt x="5502" y="1703"/>
                  </a:lnTo>
                  <a:cubicBezTo>
                    <a:pt x="5597" y="1703"/>
                    <a:pt x="5668" y="1619"/>
                    <a:pt x="5668" y="1536"/>
                  </a:cubicBezTo>
                  <a:lnTo>
                    <a:pt x="5668" y="1000"/>
                  </a:lnTo>
                  <a:close/>
                  <a:moveTo>
                    <a:pt x="3954" y="0"/>
                  </a:moveTo>
                  <a:cubicBezTo>
                    <a:pt x="3692" y="0"/>
                    <a:pt x="3442" y="131"/>
                    <a:pt x="3275" y="345"/>
                  </a:cubicBezTo>
                  <a:lnTo>
                    <a:pt x="2751" y="345"/>
                  </a:lnTo>
                  <a:cubicBezTo>
                    <a:pt x="2525" y="345"/>
                    <a:pt x="2335" y="488"/>
                    <a:pt x="2275" y="691"/>
                  </a:cubicBezTo>
                  <a:lnTo>
                    <a:pt x="680" y="691"/>
                  </a:lnTo>
                  <a:cubicBezTo>
                    <a:pt x="310" y="691"/>
                    <a:pt x="1" y="988"/>
                    <a:pt x="1" y="1369"/>
                  </a:cubicBezTo>
                  <a:lnTo>
                    <a:pt x="1" y="10359"/>
                  </a:lnTo>
                  <a:cubicBezTo>
                    <a:pt x="1" y="10728"/>
                    <a:pt x="299" y="11049"/>
                    <a:pt x="680" y="11049"/>
                  </a:cubicBezTo>
                  <a:lnTo>
                    <a:pt x="7252" y="11049"/>
                  </a:lnTo>
                  <a:cubicBezTo>
                    <a:pt x="7621" y="11049"/>
                    <a:pt x="7930" y="10751"/>
                    <a:pt x="7930" y="10359"/>
                  </a:cubicBezTo>
                  <a:lnTo>
                    <a:pt x="7930" y="1369"/>
                  </a:lnTo>
                  <a:cubicBezTo>
                    <a:pt x="7919" y="1000"/>
                    <a:pt x="7609" y="691"/>
                    <a:pt x="7228" y="691"/>
                  </a:cubicBezTo>
                  <a:lnTo>
                    <a:pt x="5644" y="691"/>
                  </a:lnTo>
                  <a:cubicBezTo>
                    <a:pt x="5561" y="488"/>
                    <a:pt x="5383" y="345"/>
                    <a:pt x="5168" y="345"/>
                  </a:cubicBezTo>
                  <a:lnTo>
                    <a:pt x="4644" y="345"/>
                  </a:lnTo>
                  <a:cubicBezTo>
                    <a:pt x="4478" y="131"/>
                    <a:pt x="4228" y="0"/>
                    <a:pt x="39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31"/>
            <p:cNvSpPr/>
            <p:nvPr/>
          </p:nvSpPr>
          <p:spPr>
            <a:xfrm>
              <a:off x="1515282" y="1534024"/>
              <a:ext cx="10631" cy="10281"/>
            </a:xfrm>
            <a:custGeom>
              <a:avLst/>
              <a:gdLst/>
              <a:ahLst/>
              <a:cxnLst/>
              <a:rect l="l" t="t" r="r" b="b"/>
              <a:pathLst>
                <a:path w="334" h="323" extrusionOk="0">
                  <a:moveTo>
                    <a:pt x="167" y="1"/>
                  </a:moveTo>
                  <a:cubicBezTo>
                    <a:pt x="83" y="1"/>
                    <a:pt x="0" y="72"/>
                    <a:pt x="0" y="156"/>
                  </a:cubicBezTo>
                  <a:cubicBezTo>
                    <a:pt x="0" y="251"/>
                    <a:pt x="83" y="322"/>
                    <a:pt x="167" y="322"/>
                  </a:cubicBezTo>
                  <a:cubicBezTo>
                    <a:pt x="262" y="322"/>
                    <a:pt x="333" y="251"/>
                    <a:pt x="333" y="156"/>
                  </a:cubicBezTo>
                  <a:cubicBezTo>
                    <a:pt x="322" y="72"/>
                    <a:pt x="262" y="1"/>
                    <a:pt x="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1"/>
            <p:cNvSpPr/>
            <p:nvPr/>
          </p:nvSpPr>
          <p:spPr>
            <a:xfrm>
              <a:off x="1415972" y="1556018"/>
              <a:ext cx="208486" cy="274406"/>
            </a:xfrm>
            <a:custGeom>
              <a:avLst/>
              <a:gdLst/>
              <a:ahLst/>
              <a:cxnLst/>
              <a:rect l="l" t="t" r="r" b="b"/>
              <a:pathLst>
                <a:path w="6550" h="8621" extrusionOk="0">
                  <a:moveTo>
                    <a:pt x="167" y="0"/>
                  </a:moveTo>
                  <a:cubicBezTo>
                    <a:pt x="72" y="0"/>
                    <a:pt x="1" y="84"/>
                    <a:pt x="1" y="167"/>
                  </a:cubicBezTo>
                  <a:lnTo>
                    <a:pt x="1" y="8454"/>
                  </a:lnTo>
                  <a:cubicBezTo>
                    <a:pt x="1" y="8549"/>
                    <a:pt x="72" y="8620"/>
                    <a:pt x="167" y="8620"/>
                  </a:cubicBezTo>
                  <a:lnTo>
                    <a:pt x="6382" y="8620"/>
                  </a:lnTo>
                  <a:cubicBezTo>
                    <a:pt x="6478" y="8620"/>
                    <a:pt x="6549" y="8549"/>
                    <a:pt x="6549" y="8454"/>
                  </a:cubicBezTo>
                  <a:lnTo>
                    <a:pt x="6549" y="167"/>
                  </a:lnTo>
                  <a:cubicBezTo>
                    <a:pt x="6549" y="60"/>
                    <a:pt x="6478" y="0"/>
                    <a:pt x="6382" y="0"/>
                  </a:cubicBezTo>
                  <a:lnTo>
                    <a:pt x="5525" y="0"/>
                  </a:lnTo>
                  <a:cubicBezTo>
                    <a:pt x="5430" y="0"/>
                    <a:pt x="5358" y="84"/>
                    <a:pt x="5358" y="167"/>
                  </a:cubicBezTo>
                  <a:cubicBezTo>
                    <a:pt x="5358" y="262"/>
                    <a:pt x="5430" y="334"/>
                    <a:pt x="5525" y="334"/>
                  </a:cubicBezTo>
                  <a:lnTo>
                    <a:pt x="6228" y="334"/>
                  </a:lnTo>
                  <a:lnTo>
                    <a:pt x="6228" y="8311"/>
                  </a:lnTo>
                  <a:lnTo>
                    <a:pt x="322" y="8311"/>
                  </a:lnTo>
                  <a:lnTo>
                    <a:pt x="322" y="334"/>
                  </a:lnTo>
                  <a:lnTo>
                    <a:pt x="1025" y="334"/>
                  </a:lnTo>
                  <a:cubicBezTo>
                    <a:pt x="1120" y="334"/>
                    <a:pt x="1191" y="262"/>
                    <a:pt x="1191" y="167"/>
                  </a:cubicBezTo>
                  <a:cubicBezTo>
                    <a:pt x="1191" y="84"/>
                    <a:pt x="1120" y="0"/>
                    <a:pt x="10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1"/>
            <p:cNvSpPr/>
            <p:nvPr/>
          </p:nvSpPr>
          <p:spPr>
            <a:xfrm>
              <a:off x="1449330" y="1665927"/>
              <a:ext cx="31862" cy="32244"/>
            </a:xfrm>
            <a:custGeom>
              <a:avLst/>
              <a:gdLst/>
              <a:ahLst/>
              <a:cxnLst/>
              <a:rect l="l" t="t" r="r" b="b"/>
              <a:pathLst>
                <a:path w="1001" h="1013" extrusionOk="0">
                  <a:moveTo>
                    <a:pt x="500" y="333"/>
                  </a:moveTo>
                  <a:cubicBezTo>
                    <a:pt x="608" y="333"/>
                    <a:pt x="679" y="417"/>
                    <a:pt x="679" y="512"/>
                  </a:cubicBezTo>
                  <a:cubicBezTo>
                    <a:pt x="679" y="595"/>
                    <a:pt x="608" y="691"/>
                    <a:pt x="500" y="691"/>
                  </a:cubicBezTo>
                  <a:cubicBezTo>
                    <a:pt x="393" y="691"/>
                    <a:pt x="322" y="595"/>
                    <a:pt x="322" y="512"/>
                  </a:cubicBezTo>
                  <a:cubicBezTo>
                    <a:pt x="322" y="417"/>
                    <a:pt x="417" y="333"/>
                    <a:pt x="500" y="333"/>
                  </a:cubicBezTo>
                  <a:close/>
                  <a:moveTo>
                    <a:pt x="500" y="0"/>
                  </a:moveTo>
                  <a:cubicBezTo>
                    <a:pt x="215" y="0"/>
                    <a:pt x="0" y="226"/>
                    <a:pt x="0" y="512"/>
                  </a:cubicBezTo>
                  <a:cubicBezTo>
                    <a:pt x="0" y="786"/>
                    <a:pt x="215" y="1012"/>
                    <a:pt x="500" y="1012"/>
                  </a:cubicBezTo>
                  <a:cubicBezTo>
                    <a:pt x="786" y="1012"/>
                    <a:pt x="1001" y="786"/>
                    <a:pt x="1001" y="512"/>
                  </a:cubicBezTo>
                  <a:cubicBezTo>
                    <a:pt x="1001" y="226"/>
                    <a:pt x="786" y="0"/>
                    <a:pt x="5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31"/>
            <p:cNvSpPr/>
            <p:nvPr/>
          </p:nvSpPr>
          <p:spPr>
            <a:xfrm>
              <a:off x="1449330" y="1715168"/>
              <a:ext cx="31862" cy="32244"/>
            </a:xfrm>
            <a:custGeom>
              <a:avLst/>
              <a:gdLst/>
              <a:ahLst/>
              <a:cxnLst/>
              <a:rect l="l" t="t" r="r" b="b"/>
              <a:pathLst>
                <a:path w="1001" h="1013" extrusionOk="0">
                  <a:moveTo>
                    <a:pt x="500" y="346"/>
                  </a:moveTo>
                  <a:cubicBezTo>
                    <a:pt x="608" y="346"/>
                    <a:pt x="679" y="441"/>
                    <a:pt x="679" y="525"/>
                  </a:cubicBezTo>
                  <a:cubicBezTo>
                    <a:pt x="679" y="608"/>
                    <a:pt x="608" y="703"/>
                    <a:pt x="500" y="703"/>
                  </a:cubicBezTo>
                  <a:cubicBezTo>
                    <a:pt x="393" y="703"/>
                    <a:pt x="322" y="608"/>
                    <a:pt x="322" y="525"/>
                  </a:cubicBezTo>
                  <a:cubicBezTo>
                    <a:pt x="322" y="441"/>
                    <a:pt x="417" y="346"/>
                    <a:pt x="500" y="346"/>
                  </a:cubicBezTo>
                  <a:close/>
                  <a:moveTo>
                    <a:pt x="500" y="1"/>
                  </a:moveTo>
                  <a:cubicBezTo>
                    <a:pt x="215" y="1"/>
                    <a:pt x="0" y="227"/>
                    <a:pt x="0" y="513"/>
                  </a:cubicBezTo>
                  <a:cubicBezTo>
                    <a:pt x="0" y="787"/>
                    <a:pt x="215" y="1013"/>
                    <a:pt x="500" y="1013"/>
                  </a:cubicBezTo>
                  <a:cubicBezTo>
                    <a:pt x="786" y="1013"/>
                    <a:pt x="1001" y="787"/>
                    <a:pt x="1001" y="513"/>
                  </a:cubicBezTo>
                  <a:cubicBezTo>
                    <a:pt x="1001" y="227"/>
                    <a:pt x="786" y="1"/>
                    <a:pt x="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1"/>
            <p:cNvSpPr/>
            <p:nvPr/>
          </p:nvSpPr>
          <p:spPr>
            <a:xfrm>
              <a:off x="1449330" y="1765205"/>
              <a:ext cx="31862" cy="31862"/>
            </a:xfrm>
            <a:custGeom>
              <a:avLst/>
              <a:gdLst/>
              <a:ahLst/>
              <a:cxnLst/>
              <a:rect l="l" t="t" r="r" b="b"/>
              <a:pathLst>
                <a:path w="1001" h="1001" extrusionOk="0">
                  <a:moveTo>
                    <a:pt x="500" y="322"/>
                  </a:moveTo>
                  <a:cubicBezTo>
                    <a:pt x="608" y="322"/>
                    <a:pt x="679" y="417"/>
                    <a:pt x="679" y="501"/>
                  </a:cubicBezTo>
                  <a:cubicBezTo>
                    <a:pt x="691" y="608"/>
                    <a:pt x="608" y="679"/>
                    <a:pt x="500" y="679"/>
                  </a:cubicBezTo>
                  <a:cubicBezTo>
                    <a:pt x="393" y="679"/>
                    <a:pt x="322" y="584"/>
                    <a:pt x="322" y="501"/>
                  </a:cubicBezTo>
                  <a:cubicBezTo>
                    <a:pt x="322" y="393"/>
                    <a:pt x="417" y="322"/>
                    <a:pt x="500" y="322"/>
                  </a:cubicBezTo>
                  <a:close/>
                  <a:moveTo>
                    <a:pt x="500" y="1"/>
                  </a:moveTo>
                  <a:cubicBezTo>
                    <a:pt x="215" y="1"/>
                    <a:pt x="0" y="215"/>
                    <a:pt x="0" y="501"/>
                  </a:cubicBezTo>
                  <a:cubicBezTo>
                    <a:pt x="0" y="786"/>
                    <a:pt x="215" y="1001"/>
                    <a:pt x="500" y="1001"/>
                  </a:cubicBezTo>
                  <a:cubicBezTo>
                    <a:pt x="786" y="1001"/>
                    <a:pt x="1001" y="786"/>
                    <a:pt x="1001" y="501"/>
                  </a:cubicBezTo>
                  <a:cubicBezTo>
                    <a:pt x="1001" y="215"/>
                    <a:pt x="786" y="1"/>
                    <a:pt x="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31"/>
            <p:cNvSpPr/>
            <p:nvPr/>
          </p:nvSpPr>
          <p:spPr>
            <a:xfrm>
              <a:off x="1493287" y="1665927"/>
              <a:ext cx="59522" cy="10631"/>
            </a:xfrm>
            <a:custGeom>
              <a:avLst/>
              <a:gdLst/>
              <a:ahLst/>
              <a:cxnLst/>
              <a:rect l="l" t="t" r="r" b="b"/>
              <a:pathLst>
                <a:path w="1870" h="334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62"/>
                    <a:pt x="72" y="333"/>
                    <a:pt x="167" y="333"/>
                  </a:cubicBezTo>
                  <a:lnTo>
                    <a:pt x="1703" y="333"/>
                  </a:lnTo>
                  <a:cubicBezTo>
                    <a:pt x="1798" y="333"/>
                    <a:pt x="1870" y="262"/>
                    <a:pt x="1870" y="167"/>
                  </a:cubicBezTo>
                  <a:cubicBezTo>
                    <a:pt x="1870" y="72"/>
                    <a:pt x="1798" y="0"/>
                    <a:pt x="17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31"/>
            <p:cNvSpPr/>
            <p:nvPr/>
          </p:nvSpPr>
          <p:spPr>
            <a:xfrm>
              <a:off x="1493287" y="1687890"/>
              <a:ext cx="98578" cy="10281"/>
            </a:xfrm>
            <a:custGeom>
              <a:avLst/>
              <a:gdLst/>
              <a:ahLst/>
              <a:cxnLst/>
              <a:rect l="l" t="t" r="r" b="b"/>
              <a:pathLst>
                <a:path w="3097" h="323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22"/>
                    <a:pt x="167" y="322"/>
                  </a:cubicBezTo>
                  <a:lnTo>
                    <a:pt x="2929" y="322"/>
                  </a:lnTo>
                  <a:cubicBezTo>
                    <a:pt x="3025" y="322"/>
                    <a:pt x="3096" y="251"/>
                    <a:pt x="3096" y="167"/>
                  </a:cubicBezTo>
                  <a:cubicBezTo>
                    <a:pt x="3096" y="72"/>
                    <a:pt x="3025" y="1"/>
                    <a:pt x="29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1"/>
            <p:cNvSpPr/>
            <p:nvPr/>
          </p:nvSpPr>
          <p:spPr>
            <a:xfrm>
              <a:off x="1493287" y="1715168"/>
              <a:ext cx="59522" cy="10663"/>
            </a:xfrm>
            <a:custGeom>
              <a:avLst/>
              <a:gdLst/>
              <a:ahLst/>
              <a:cxnLst/>
              <a:rect l="l" t="t" r="r" b="b"/>
              <a:pathLst>
                <a:path w="1870" h="335" extrusionOk="0">
                  <a:moveTo>
                    <a:pt x="167" y="1"/>
                  </a:moveTo>
                  <a:cubicBezTo>
                    <a:pt x="72" y="1"/>
                    <a:pt x="1" y="84"/>
                    <a:pt x="1" y="168"/>
                  </a:cubicBezTo>
                  <a:cubicBezTo>
                    <a:pt x="1" y="263"/>
                    <a:pt x="72" y="334"/>
                    <a:pt x="167" y="334"/>
                  </a:cubicBezTo>
                  <a:lnTo>
                    <a:pt x="1703" y="334"/>
                  </a:lnTo>
                  <a:cubicBezTo>
                    <a:pt x="1798" y="334"/>
                    <a:pt x="1870" y="263"/>
                    <a:pt x="1870" y="168"/>
                  </a:cubicBezTo>
                  <a:cubicBezTo>
                    <a:pt x="1870" y="84"/>
                    <a:pt x="1798" y="1"/>
                    <a:pt x="17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" name="Google Shape;188;p31"/>
            <p:cNvSpPr/>
            <p:nvPr/>
          </p:nvSpPr>
          <p:spPr>
            <a:xfrm>
              <a:off x="1493287" y="1737545"/>
              <a:ext cx="98578" cy="10631"/>
            </a:xfrm>
            <a:custGeom>
              <a:avLst/>
              <a:gdLst/>
              <a:ahLst/>
              <a:cxnLst/>
              <a:rect l="l" t="t" r="r" b="b"/>
              <a:pathLst>
                <a:path w="3097" h="334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34"/>
                    <a:pt x="167" y="334"/>
                  </a:cubicBezTo>
                  <a:lnTo>
                    <a:pt x="2929" y="334"/>
                  </a:lnTo>
                  <a:cubicBezTo>
                    <a:pt x="3025" y="334"/>
                    <a:pt x="3096" y="250"/>
                    <a:pt x="3096" y="167"/>
                  </a:cubicBezTo>
                  <a:cubicBezTo>
                    <a:pt x="3096" y="72"/>
                    <a:pt x="3025" y="0"/>
                    <a:pt x="29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1"/>
            <p:cNvSpPr/>
            <p:nvPr/>
          </p:nvSpPr>
          <p:spPr>
            <a:xfrm>
              <a:off x="1493287" y="1765205"/>
              <a:ext cx="59522" cy="10249"/>
            </a:xfrm>
            <a:custGeom>
              <a:avLst/>
              <a:gdLst/>
              <a:ahLst/>
              <a:cxnLst/>
              <a:rect l="l" t="t" r="r" b="b"/>
              <a:pathLst>
                <a:path w="1870" h="322" extrusionOk="0">
                  <a:moveTo>
                    <a:pt x="167" y="1"/>
                  </a:moveTo>
                  <a:cubicBezTo>
                    <a:pt x="72" y="1"/>
                    <a:pt x="1" y="72"/>
                    <a:pt x="1" y="155"/>
                  </a:cubicBezTo>
                  <a:cubicBezTo>
                    <a:pt x="1" y="251"/>
                    <a:pt x="72" y="322"/>
                    <a:pt x="167" y="322"/>
                  </a:cubicBezTo>
                  <a:lnTo>
                    <a:pt x="1703" y="322"/>
                  </a:lnTo>
                  <a:cubicBezTo>
                    <a:pt x="1798" y="322"/>
                    <a:pt x="1870" y="251"/>
                    <a:pt x="1870" y="155"/>
                  </a:cubicBezTo>
                  <a:cubicBezTo>
                    <a:pt x="1870" y="72"/>
                    <a:pt x="1798" y="1"/>
                    <a:pt x="17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1"/>
            <p:cNvSpPr/>
            <p:nvPr/>
          </p:nvSpPr>
          <p:spPr>
            <a:xfrm>
              <a:off x="1493287" y="1786818"/>
              <a:ext cx="98578" cy="10631"/>
            </a:xfrm>
            <a:custGeom>
              <a:avLst/>
              <a:gdLst/>
              <a:ahLst/>
              <a:cxnLst/>
              <a:rect l="l" t="t" r="r" b="b"/>
              <a:pathLst>
                <a:path w="3097" h="334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34"/>
                    <a:pt x="167" y="334"/>
                  </a:cubicBezTo>
                  <a:lnTo>
                    <a:pt x="2929" y="334"/>
                  </a:lnTo>
                  <a:cubicBezTo>
                    <a:pt x="3025" y="334"/>
                    <a:pt x="3096" y="250"/>
                    <a:pt x="3096" y="167"/>
                  </a:cubicBezTo>
                  <a:cubicBezTo>
                    <a:pt x="3096" y="72"/>
                    <a:pt x="3025" y="0"/>
                    <a:pt x="29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31"/>
            <p:cNvSpPr/>
            <p:nvPr/>
          </p:nvSpPr>
          <p:spPr>
            <a:xfrm>
              <a:off x="1493287" y="1583679"/>
              <a:ext cx="98578" cy="10249"/>
            </a:xfrm>
            <a:custGeom>
              <a:avLst/>
              <a:gdLst/>
              <a:ahLst/>
              <a:cxnLst/>
              <a:rect l="l" t="t" r="r" b="b"/>
              <a:pathLst>
                <a:path w="3097" h="322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2929" y="322"/>
                  </a:lnTo>
                  <a:cubicBezTo>
                    <a:pt x="3025" y="322"/>
                    <a:pt x="3096" y="250"/>
                    <a:pt x="3096" y="167"/>
                  </a:cubicBezTo>
                  <a:cubicBezTo>
                    <a:pt x="3096" y="72"/>
                    <a:pt x="3025" y="0"/>
                    <a:pt x="29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31"/>
            <p:cNvSpPr/>
            <p:nvPr/>
          </p:nvSpPr>
          <p:spPr>
            <a:xfrm>
              <a:off x="1449330" y="1632951"/>
              <a:ext cx="142535" cy="10249"/>
            </a:xfrm>
            <a:custGeom>
              <a:avLst/>
              <a:gdLst/>
              <a:ahLst/>
              <a:cxnLst/>
              <a:rect l="l" t="t" r="r" b="b"/>
              <a:pathLst>
                <a:path w="4478" h="322" extrusionOk="0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55" y="322"/>
                  </a:cubicBezTo>
                  <a:lnTo>
                    <a:pt x="4310" y="322"/>
                  </a:lnTo>
                  <a:cubicBezTo>
                    <a:pt x="4406" y="322"/>
                    <a:pt x="4477" y="250"/>
                    <a:pt x="4477" y="167"/>
                  </a:cubicBezTo>
                  <a:cubicBezTo>
                    <a:pt x="4477" y="72"/>
                    <a:pt x="4406" y="0"/>
                    <a:pt x="4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1"/>
            <p:cNvSpPr/>
            <p:nvPr/>
          </p:nvSpPr>
          <p:spPr>
            <a:xfrm>
              <a:off x="1493287" y="1605291"/>
              <a:ext cx="26928" cy="10631"/>
            </a:xfrm>
            <a:custGeom>
              <a:avLst/>
              <a:gdLst/>
              <a:ahLst/>
              <a:cxnLst/>
              <a:rect l="l" t="t" r="r" b="b"/>
              <a:pathLst>
                <a:path w="846" h="334" extrusionOk="0">
                  <a:moveTo>
                    <a:pt x="167" y="0"/>
                  </a:moveTo>
                  <a:cubicBezTo>
                    <a:pt x="72" y="0"/>
                    <a:pt x="1" y="83"/>
                    <a:pt x="1" y="167"/>
                  </a:cubicBezTo>
                  <a:cubicBezTo>
                    <a:pt x="1" y="262"/>
                    <a:pt x="72" y="333"/>
                    <a:pt x="167" y="333"/>
                  </a:cubicBezTo>
                  <a:lnTo>
                    <a:pt x="679" y="333"/>
                  </a:lnTo>
                  <a:cubicBezTo>
                    <a:pt x="774" y="333"/>
                    <a:pt x="846" y="262"/>
                    <a:pt x="846" y="167"/>
                  </a:cubicBezTo>
                  <a:cubicBezTo>
                    <a:pt x="846" y="83"/>
                    <a:pt x="774" y="0"/>
                    <a:pt x="6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1"/>
            <p:cNvSpPr/>
            <p:nvPr/>
          </p:nvSpPr>
          <p:spPr>
            <a:xfrm>
              <a:off x="1531579" y="1605291"/>
              <a:ext cx="26928" cy="10631"/>
            </a:xfrm>
            <a:custGeom>
              <a:avLst/>
              <a:gdLst/>
              <a:ahLst/>
              <a:cxnLst/>
              <a:rect l="l" t="t" r="r" b="b"/>
              <a:pathLst>
                <a:path w="846" h="334" extrusionOk="0">
                  <a:moveTo>
                    <a:pt x="167" y="0"/>
                  </a:moveTo>
                  <a:cubicBezTo>
                    <a:pt x="71" y="0"/>
                    <a:pt x="0" y="83"/>
                    <a:pt x="0" y="167"/>
                  </a:cubicBezTo>
                  <a:cubicBezTo>
                    <a:pt x="0" y="262"/>
                    <a:pt x="71" y="333"/>
                    <a:pt x="167" y="333"/>
                  </a:cubicBezTo>
                  <a:lnTo>
                    <a:pt x="691" y="333"/>
                  </a:lnTo>
                  <a:cubicBezTo>
                    <a:pt x="774" y="333"/>
                    <a:pt x="845" y="262"/>
                    <a:pt x="845" y="167"/>
                  </a:cubicBezTo>
                  <a:cubicBezTo>
                    <a:pt x="845" y="83"/>
                    <a:pt x="774" y="0"/>
                    <a:pt x="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1"/>
            <p:cNvSpPr/>
            <p:nvPr/>
          </p:nvSpPr>
          <p:spPr>
            <a:xfrm>
              <a:off x="1449712" y="1583679"/>
              <a:ext cx="32244" cy="32244"/>
            </a:xfrm>
            <a:custGeom>
              <a:avLst/>
              <a:gdLst/>
              <a:ahLst/>
              <a:cxnLst/>
              <a:rect l="l" t="t" r="r" b="b"/>
              <a:pathLst>
                <a:path w="1013" h="1013" extrusionOk="0">
                  <a:moveTo>
                    <a:pt x="679" y="310"/>
                  </a:moveTo>
                  <a:lnTo>
                    <a:pt x="679" y="679"/>
                  </a:lnTo>
                  <a:lnTo>
                    <a:pt x="310" y="679"/>
                  </a:lnTo>
                  <a:lnTo>
                    <a:pt x="310" y="310"/>
                  </a:lnTo>
                  <a:close/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46"/>
                  </a:lnTo>
                  <a:cubicBezTo>
                    <a:pt x="0" y="941"/>
                    <a:pt x="72" y="1012"/>
                    <a:pt x="155" y="1012"/>
                  </a:cubicBezTo>
                  <a:lnTo>
                    <a:pt x="846" y="1012"/>
                  </a:lnTo>
                  <a:cubicBezTo>
                    <a:pt x="941" y="1012"/>
                    <a:pt x="1012" y="941"/>
                    <a:pt x="1012" y="846"/>
                  </a:cubicBezTo>
                  <a:lnTo>
                    <a:pt x="1012" y="167"/>
                  </a:lnTo>
                  <a:cubicBezTo>
                    <a:pt x="989" y="60"/>
                    <a:pt x="941" y="0"/>
                    <a:pt x="8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" name="Google Shape;196;p31"/>
          <p:cNvGrpSpPr/>
          <p:nvPr/>
        </p:nvGrpSpPr>
        <p:grpSpPr>
          <a:xfrm>
            <a:off x="6825280" y="1020914"/>
            <a:ext cx="414919" cy="414884"/>
            <a:chOff x="1819576" y="1511679"/>
            <a:chExt cx="352103" cy="352103"/>
          </a:xfrm>
        </p:grpSpPr>
        <p:sp>
          <p:nvSpPr>
            <p:cNvPr id="197" name="Google Shape;197;p31"/>
            <p:cNvSpPr/>
            <p:nvPr/>
          </p:nvSpPr>
          <p:spPr>
            <a:xfrm>
              <a:off x="1819576" y="1511679"/>
              <a:ext cx="352103" cy="352103"/>
            </a:xfrm>
            <a:custGeom>
              <a:avLst/>
              <a:gdLst/>
              <a:ahLst/>
              <a:cxnLst/>
              <a:rect l="l" t="t" r="r" b="b"/>
              <a:pathLst>
                <a:path w="11062" h="11062" extrusionOk="0">
                  <a:moveTo>
                    <a:pt x="6216" y="310"/>
                  </a:moveTo>
                  <a:cubicBezTo>
                    <a:pt x="6216" y="310"/>
                    <a:pt x="6240" y="310"/>
                    <a:pt x="6240" y="322"/>
                  </a:cubicBezTo>
                  <a:lnTo>
                    <a:pt x="6240" y="786"/>
                  </a:lnTo>
                  <a:cubicBezTo>
                    <a:pt x="6240" y="953"/>
                    <a:pt x="6335" y="1084"/>
                    <a:pt x="6502" y="1108"/>
                  </a:cubicBezTo>
                  <a:cubicBezTo>
                    <a:pt x="7025" y="1227"/>
                    <a:pt x="7514" y="1429"/>
                    <a:pt x="7966" y="1727"/>
                  </a:cubicBezTo>
                  <a:cubicBezTo>
                    <a:pt x="8022" y="1762"/>
                    <a:pt x="8086" y="1780"/>
                    <a:pt x="8150" y="1780"/>
                  </a:cubicBezTo>
                  <a:cubicBezTo>
                    <a:pt x="8236" y="1780"/>
                    <a:pt x="8321" y="1747"/>
                    <a:pt x="8383" y="1679"/>
                  </a:cubicBezTo>
                  <a:lnTo>
                    <a:pt x="8704" y="1346"/>
                  </a:lnTo>
                  <a:lnTo>
                    <a:pt x="8716" y="1346"/>
                  </a:lnTo>
                  <a:lnTo>
                    <a:pt x="9704" y="2334"/>
                  </a:lnTo>
                  <a:lnTo>
                    <a:pt x="9704" y="2346"/>
                  </a:lnTo>
                  <a:lnTo>
                    <a:pt x="9371" y="2679"/>
                  </a:lnTo>
                  <a:cubicBezTo>
                    <a:pt x="9252" y="2798"/>
                    <a:pt x="9240" y="2953"/>
                    <a:pt x="9335" y="3096"/>
                  </a:cubicBezTo>
                  <a:cubicBezTo>
                    <a:pt x="9609" y="3536"/>
                    <a:pt x="9823" y="4025"/>
                    <a:pt x="9943" y="4548"/>
                  </a:cubicBezTo>
                  <a:cubicBezTo>
                    <a:pt x="9966" y="4703"/>
                    <a:pt x="10109" y="4822"/>
                    <a:pt x="10264" y="4822"/>
                  </a:cubicBezTo>
                  <a:lnTo>
                    <a:pt x="10728" y="4822"/>
                  </a:lnTo>
                  <a:cubicBezTo>
                    <a:pt x="10728" y="4822"/>
                    <a:pt x="10752" y="4822"/>
                    <a:pt x="10752" y="4834"/>
                  </a:cubicBezTo>
                  <a:lnTo>
                    <a:pt x="10728" y="6239"/>
                  </a:lnTo>
                  <a:lnTo>
                    <a:pt x="10264" y="6239"/>
                  </a:lnTo>
                  <a:cubicBezTo>
                    <a:pt x="10109" y="6239"/>
                    <a:pt x="9966" y="6334"/>
                    <a:pt x="9943" y="6501"/>
                  </a:cubicBezTo>
                  <a:cubicBezTo>
                    <a:pt x="9823" y="7025"/>
                    <a:pt x="9633" y="7513"/>
                    <a:pt x="9335" y="7966"/>
                  </a:cubicBezTo>
                  <a:cubicBezTo>
                    <a:pt x="9240" y="8097"/>
                    <a:pt x="9252" y="8275"/>
                    <a:pt x="9371" y="8382"/>
                  </a:cubicBezTo>
                  <a:lnTo>
                    <a:pt x="9704" y="8704"/>
                  </a:lnTo>
                  <a:lnTo>
                    <a:pt x="9704" y="8716"/>
                  </a:lnTo>
                  <a:lnTo>
                    <a:pt x="8716" y="9704"/>
                  </a:lnTo>
                  <a:lnTo>
                    <a:pt x="8704" y="9704"/>
                  </a:lnTo>
                  <a:lnTo>
                    <a:pt x="8383" y="9370"/>
                  </a:lnTo>
                  <a:cubicBezTo>
                    <a:pt x="8317" y="9304"/>
                    <a:pt x="8236" y="9271"/>
                    <a:pt x="8155" y="9271"/>
                  </a:cubicBezTo>
                  <a:cubicBezTo>
                    <a:pt x="8090" y="9271"/>
                    <a:pt x="8024" y="9292"/>
                    <a:pt x="7966" y="9335"/>
                  </a:cubicBezTo>
                  <a:cubicBezTo>
                    <a:pt x="7514" y="9609"/>
                    <a:pt x="7025" y="9823"/>
                    <a:pt x="6502" y="9942"/>
                  </a:cubicBezTo>
                  <a:cubicBezTo>
                    <a:pt x="6359" y="9966"/>
                    <a:pt x="6240" y="10109"/>
                    <a:pt x="6240" y="10263"/>
                  </a:cubicBezTo>
                  <a:lnTo>
                    <a:pt x="6240" y="10728"/>
                  </a:lnTo>
                  <a:cubicBezTo>
                    <a:pt x="6240" y="10728"/>
                    <a:pt x="6240" y="10740"/>
                    <a:pt x="6216" y="10740"/>
                  </a:cubicBezTo>
                  <a:lnTo>
                    <a:pt x="4835" y="10740"/>
                  </a:lnTo>
                  <a:cubicBezTo>
                    <a:pt x="4835" y="10740"/>
                    <a:pt x="4823" y="10740"/>
                    <a:pt x="4823" y="10728"/>
                  </a:cubicBezTo>
                  <a:lnTo>
                    <a:pt x="4823" y="10263"/>
                  </a:lnTo>
                  <a:cubicBezTo>
                    <a:pt x="4823" y="10109"/>
                    <a:pt x="4716" y="9966"/>
                    <a:pt x="4549" y="9942"/>
                  </a:cubicBezTo>
                  <a:cubicBezTo>
                    <a:pt x="4037" y="9823"/>
                    <a:pt x="3537" y="9632"/>
                    <a:pt x="3096" y="9335"/>
                  </a:cubicBezTo>
                  <a:cubicBezTo>
                    <a:pt x="3037" y="9299"/>
                    <a:pt x="2977" y="9275"/>
                    <a:pt x="2918" y="9275"/>
                  </a:cubicBezTo>
                  <a:cubicBezTo>
                    <a:pt x="2823" y="9275"/>
                    <a:pt x="2751" y="9299"/>
                    <a:pt x="2680" y="9370"/>
                  </a:cubicBezTo>
                  <a:lnTo>
                    <a:pt x="2346" y="9704"/>
                  </a:lnTo>
                  <a:lnTo>
                    <a:pt x="2334" y="9704"/>
                  </a:lnTo>
                  <a:lnTo>
                    <a:pt x="1358" y="8716"/>
                  </a:lnTo>
                  <a:lnTo>
                    <a:pt x="1358" y="8704"/>
                  </a:lnTo>
                  <a:lnTo>
                    <a:pt x="1680" y="8382"/>
                  </a:lnTo>
                  <a:cubicBezTo>
                    <a:pt x="1799" y="8263"/>
                    <a:pt x="1811" y="8097"/>
                    <a:pt x="1727" y="7966"/>
                  </a:cubicBezTo>
                  <a:cubicBezTo>
                    <a:pt x="1441" y="7513"/>
                    <a:pt x="1239" y="7025"/>
                    <a:pt x="1120" y="6501"/>
                  </a:cubicBezTo>
                  <a:cubicBezTo>
                    <a:pt x="1084" y="6358"/>
                    <a:pt x="953" y="6239"/>
                    <a:pt x="787" y="6239"/>
                  </a:cubicBezTo>
                  <a:lnTo>
                    <a:pt x="322" y="6239"/>
                  </a:lnTo>
                  <a:cubicBezTo>
                    <a:pt x="322" y="6239"/>
                    <a:pt x="310" y="6239"/>
                    <a:pt x="310" y="6215"/>
                  </a:cubicBezTo>
                  <a:lnTo>
                    <a:pt x="310" y="4834"/>
                  </a:lnTo>
                  <a:cubicBezTo>
                    <a:pt x="310" y="4834"/>
                    <a:pt x="310" y="4822"/>
                    <a:pt x="322" y="4822"/>
                  </a:cubicBezTo>
                  <a:lnTo>
                    <a:pt x="787" y="4822"/>
                  </a:lnTo>
                  <a:cubicBezTo>
                    <a:pt x="953" y="4822"/>
                    <a:pt x="1084" y="4715"/>
                    <a:pt x="1120" y="4548"/>
                  </a:cubicBezTo>
                  <a:cubicBezTo>
                    <a:pt x="1239" y="4025"/>
                    <a:pt x="1430" y="3536"/>
                    <a:pt x="1727" y="3096"/>
                  </a:cubicBezTo>
                  <a:cubicBezTo>
                    <a:pt x="1811" y="2953"/>
                    <a:pt x="1799" y="2774"/>
                    <a:pt x="1680" y="2679"/>
                  </a:cubicBezTo>
                  <a:lnTo>
                    <a:pt x="1358" y="2346"/>
                  </a:lnTo>
                  <a:lnTo>
                    <a:pt x="1358" y="2334"/>
                  </a:lnTo>
                  <a:lnTo>
                    <a:pt x="2334" y="1346"/>
                  </a:lnTo>
                  <a:lnTo>
                    <a:pt x="2346" y="1346"/>
                  </a:lnTo>
                  <a:lnTo>
                    <a:pt x="2680" y="1679"/>
                  </a:lnTo>
                  <a:cubicBezTo>
                    <a:pt x="2748" y="1747"/>
                    <a:pt x="2832" y="1780"/>
                    <a:pt x="2916" y="1780"/>
                  </a:cubicBezTo>
                  <a:cubicBezTo>
                    <a:pt x="2978" y="1780"/>
                    <a:pt x="3041" y="1762"/>
                    <a:pt x="3096" y="1727"/>
                  </a:cubicBezTo>
                  <a:cubicBezTo>
                    <a:pt x="3537" y="1441"/>
                    <a:pt x="4037" y="1227"/>
                    <a:pt x="4549" y="1108"/>
                  </a:cubicBezTo>
                  <a:cubicBezTo>
                    <a:pt x="4704" y="1084"/>
                    <a:pt x="4823" y="953"/>
                    <a:pt x="4823" y="786"/>
                  </a:cubicBezTo>
                  <a:lnTo>
                    <a:pt x="4823" y="322"/>
                  </a:lnTo>
                  <a:cubicBezTo>
                    <a:pt x="4823" y="322"/>
                    <a:pt x="4823" y="310"/>
                    <a:pt x="4835" y="310"/>
                  </a:cubicBezTo>
                  <a:close/>
                  <a:moveTo>
                    <a:pt x="4835" y="0"/>
                  </a:moveTo>
                  <a:cubicBezTo>
                    <a:pt x="4656" y="0"/>
                    <a:pt x="4513" y="143"/>
                    <a:pt x="4513" y="322"/>
                  </a:cubicBezTo>
                  <a:lnTo>
                    <a:pt x="4513" y="786"/>
                  </a:lnTo>
                  <a:cubicBezTo>
                    <a:pt x="4513" y="786"/>
                    <a:pt x="4513" y="798"/>
                    <a:pt x="4489" y="798"/>
                  </a:cubicBezTo>
                  <a:cubicBezTo>
                    <a:pt x="3930" y="917"/>
                    <a:pt x="3406" y="1143"/>
                    <a:pt x="2930" y="1453"/>
                  </a:cubicBezTo>
                  <a:lnTo>
                    <a:pt x="2918" y="1453"/>
                  </a:lnTo>
                  <a:lnTo>
                    <a:pt x="2584" y="1131"/>
                  </a:lnTo>
                  <a:cubicBezTo>
                    <a:pt x="2519" y="1066"/>
                    <a:pt x="2436" y="1033"/>
                    <a:pt x="2351" y="1033"/>
                  </a:cubicBezTo>
                  <a:cubicBezTo>
                    <a:pt x="2266" y="1033"/>
                    <a:pt x="2180" y="1066"/>
                    <a:pt x="2108" y="1131"/>
                  </a:cubicBezTo>
                  <a:lnTo>
                    <a:pt x="1132" y="2108"/>
                  </a:lnTo>
                  <a:cubicBezTo>
                    <a:pt x="1001" y="2251"/>
                    <a:pt x="1001" y="2453"/>
                    <a:pt x="1132" y="2584"/>
                  </a:cubicBezTo>
                  <a:lnTo>
                    <a:pt x="1453" y="2917"/>
                  </a:lnTo>
                  <a:lnTo>
                    <a:pt x="1453" y="2929"/>
                  </a:lnTo>
                  <a:cubicBezTo>
                    <a:pt x="1144" y="3405"/>
                    <a:pt x="941" y="3941"/>
                    <a:pt x="799" y="4489"/>
                  </a:cubicBezTo>
                  <a:cubicBezTo>
                    <a:pt x="799" y="4489"/>
                    <a:pt x="799" y="4513"/>
                    <a:pt x="787" y="4513"/>
                  </a:cubicBezTo>
                  <a:lnTo>
                    <a:pt x="322" y="4513"/>
                  </a:lnTo>
                  <a:cubicBezTo>
                    <a:pt x="144" y="4513"/>
                    <a:pt x="1" y="4656"/>
                    <a:pt x="1" y="4834"/>
                  </a:cubicBezTo>
                  <a:lnTo>
                    <a:pt x="1" y="6215"/>
                  </a:lnTo>
                  <a:cubicBezTo>
                    <a:pt x="1" y="6394"/>
                    <a:pt x="144" y="6549"/>
                    <a:pt x="322" y="6549"/>
                  </a:cubicBezTo>
                  <a:lnTo>
                    <a:pt x="787" y="6549"/>
                  </a:lnTo>
                  <a:cubicBezTo>
                    <a:pt x="787" y="6549"/>
                    <a:pt x="799" y="6549"/>
                    <a:pt x="799" y="6561"/>
                  </a:cubicBezTo>
                  <a:cubicBezTo>
                    <a:pt x="918" y="7132"/>
                    <a:pt x="1144" y="7644"/>
                    <a:pt x="1453" y="8120"/>
                  </a:cubicBezTo>
                  <a:lnTo>
                    <a:pt x="1453" y="8144"/>
                  </a:lnTo>
                  <a:lnTo>
                    <a:pt x="1132" y="8466"/>
                  </a:lnTo>
                  <a:cubicBezTo>
                    <a:pt x="1001" y="8597"/>
                    <a:pt x="1001" y="8811"/>
                    <a:pt x="1132" y="8942"/>
                  </a:cubicBezTo>
                  <a:lnTo>
                    <a:pt x="2108" y="9930"/>
                  </a:lnTo>
                  <a:cubicBezTo>
                    <a:pt x="2180" y="9996"/>
                    <a:pt x="2266" y="10028"/>
                    <a:pt x="2351" y="10028"/>
                  </a:cubicBezTo>
                  <a:cubicBezTo>
                    <a:pt x="2436" y="10028"/>
                    <a:pt x="2519" y="9996"/>
                    <a:pt x="2584" y="9930"/>
                  </a:cubicBezTo>
                  <a:lnTo>
                    <a:pt x="2918" y="9597"/>
                  </a:lnTo>
                  <a:lnTo>
                    <a:pt x="2930" y="9597"/>
                  </a:lnTo>
                  <a:cubicBezTo>
                    <a:pt x="3406" y="9906"/>
                    <a:pt x="3942" y="10121"/>
                    <a:pt x="4489" y="10252"/>
                  </a:cubicBezTo>
                  <a:cubicBezTo>
                    <a:pt x="4489" y="10252"/>
                    <a:pt x="4513" y="10252"/>
                    <a:pt x="4513" y="10263"/>
                  </a:cubicBezTo>
                  <a:lnTo>
                    <a:pt x="4513" y="10728"/>
                  </a:lnTo>
                  <a:cubicBezTo>
                    <a:pt x="4513" y="10906"/>
                    <a:pt x="4656" y="11061"/>
                    <a:pt x="4835" y="11061"/>
                  </a:cubicBezTo>
                  <a:lnTo>
                    <a:pt x="6216" y="11061"/>
                  </a:lnTo>
                  <a:cubicBezTo>
                    <a:pt x="6394" y="11061"/>
                    <a:pt x="6549" y="10906"/>
                    <a:pt x="6549" y="10728"/>
                  </a:cubicBezTo>
                  <a:lnTo>
                    <a:pt x="6549" y="10263"/>
                  </a:lnTo>
                  <a:cubicBezTo>
                    <a:pt x="6549" y="10263"/>
                    <a:pt x="6549" y="10252"/>
                    <a:pt x="6561" y="10252"/>
                  </a:cubicBezTo>
                  <a:cubicBezTo>
                    <a:pt x="7133" y="10132"/>
                    <a:pt x="7645" y="9906"/>
                    <a:pt x="8121" y="9597"/>
                  </a:cubicBezTo>
                  <a:lnTo>
                    <a:pt x="8145" y="9597"/>
                  </a:lnTo>
                  <a:lnTo>
                    <a:pt x="8466" y="9930"/>
                  </a:lnTo>
                  <a:cubicBezTo>
                    <a:pt x="8532" y="9996"/>
                    <a:pt x="8618" y="10028"/>
                    <a:pt x="8704" y="10028"/>
                  </a:cubicBezTo>
                  <a:cubicBezTo>
                    <a:pt x="8791" y="10028"/>
                    <a:pt x="8877" y="9996"/>
                    <a:pt x="8942" y="9930"/>
                  </a:cubicBezTo>
                  <a:lnTo>
                    <a:pt x="9931" y="8942"/>
                  </a:lnTo>
                  <a:cubicBezTo>
                    <a:pt x="10062" y="8811"/>
                    <a:pt x="10062" y="8597"/>
                    <a:pt x="9931" y="8466"/>
                  </a:cubicBezTo>
                  <a:lnTo>
                    <a:pt x="9597" y="8144"/>
                  </a:lnTo>
                  <a:lnTo>
                    <a:pt x="9597" y="8120"/>
                  </a:lnTo>
                  <a:cubicBezTo>
                    <a:pt x="9919" y="7644"/>
                    <a:pt x="10121" y="7108"/>
                    <a:pt x="10252" y="6561"/>
                  </a:cubicBezTo>
                  <a:cubicBezTo>
                    <a:pt x="10252" y="6561"/>
                    <a:pt x="10252" y="6549"/>
                    <a:pt x="10264" y="6549"/>
                  </a:cubicBezTo>
                  <a:lnTo>
                    <a:pt x="10728" y="6549"/>
                  </a:lnTo>
                  <a:cubicBezTo>
                    <a:pt x="10907" y="6549"/>
                    <a:pt x="11062" y="6394"/>
                    <a:pt x="11062" y="6215"/>
                  </a:cubicBezTo>
                  <a:lnTo>
                    <a:pt x="11062" y="4834"/>
                  </a:lnTo>
                  <a:cubicBezTo>
                    <a:pt x="11062" y="4656"/>
                    <a:pt x="10907" y="4513"/>
                    <a:pt x="10728" y="4513"/>
                  </a:cubicBezTo>
                  <a:lnTo>
                    <a:pt x="10264" y="4513"/>
                  </a:lnTo>
                  <a:cubicBezTo>
                    <a:pt x="10264" y="4513"/>
                    <a:pt x="10252" y="4513"/>
                    <a:pt x="10252" y="4489"/>
                  </a:cubicBezTo>
                  <a:cubicBezTo>
                    <a:pt x="10133" y="3929"/>
                    <a:pt x="9907" y="3405"/>
                    <a:pt x="9597" y="2929"/>
                  </a:cubicBezTo>
                  <a:lnTo>
                    <a:pt x="9597" y="2917"/>
                  </a:lnTo>
                  <a:lnTo>
                    <a:pt x="9931" y="2584"/>
                  </a:lnTo>
                  <a:cubicBezTo>
                    <a:pt x="10062" y="2453"/>
                    <a:pt x="10062" y="2239"/>
                    <a:pt x="9931" y="2108"/>
                  </a:cubicBezTo>
                  <a:lnTo>
                    <a:pt x="8942" y="1131"/>
                  </a:lnTo>
                  <a:cubicBezTo>
                    <a:pt x="8877" y="1066"/>
                    <a:pt x="8791" y="1033"/>
                    <a:pt x="8704" y="1033"/>
                  </a:cubicBezTo>
                  <a:cubicBezTo>
                    <a:pt x="8618" y="1033"/>
                    <a:pt x="8532" y="1066"/>
                    <a:pt x="8466" y="1131"/>
                  </a:cubicBezTo>
                  <a:lnTo>
                    <a:pt x="8145" y="1453"/>
                  </a:lnTo>
                  <a:lnTo>
                    <a:pt x="8121" y="1453"/>
                  </a:lnTo>
                  <a:cubicBezTo>
                    <a:pt x="7645" y="1143"/>
                    <a:pt x="7109" y="941"/>
                    <a:pt x="6561" y="798"/>
                  </a:cubicBezTo>
                  <a:cubicBezTo>
                    <a:pt x="6561" y="798"/>
                    <a:pt x="6549" y="798"/>
                    <a:pt x="6549" y="786"/>
                  </a:cubicBezTo>
                  <a:lnTo>
                    <a:pt x="6549" y="322"/>
                  </a:lnTo>
                  <a:cubicBezTo>
                    <a:pt x="6549" y="143"/>
                    <a:pt x="6394" y="0"/>
                    <a:pt x="6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31"/>
            <p:cNvSpPr/>
            <p:nvPr/>
          </p:nvSpPr>
          <p:spPr>
            <a:xfrm>
              <a:off x="1885146" y="1578204"/>
              <a:ext cx="182322" cy="180603"/>
            </a:xfrm>
            <a:custGeom>
              <a:avLst/>
              <a:gdLst/>
              <a:ahLst/>
              <a:cxnLst/>
              <a:rect l="l" t="t" r="r" b="b"/>
              <a:pathLst>
                <a:path w="5728" h="5674" extrusionOk="0">
                  <a:moveTo>
                    <a:pt x="3502" y="0"/>
                  </a:moveTo>
                  <a:cubicBezTo>
                    <a:pt x="3438" y="0"/>
                    <a:pt x="3374" y="2"/>
                    <a:pt x="3311" y="6"/>
                  </a:cubicBezTo>
                  <a:cubicBezTo>
                    <a:pt x="2453" y="53"/>
                    <a:pt x="1644" y="411"/>
                    <a:pt x="1048" y="1018"/>
                  </a:cubicBezTo>
                  <a:cubicBezTo>
                    <a:pt x="441" y="1625"/>
                    <a:pt x="84" y="2435"/>
                    <a:pt x="36" y="3280"/>
                  </a:cubicBezTo>
                  <a:cubicBezTo>
                    <a:pt x="1" y="4125"/>
                    <a:pt x="263" y="4959"/>
                    <a:pt x="798" y="5614"/>
                  </a:cubicBezTo>
                  <a:cubicBezTo>
                    <a:pt x="834" y="5661"/>
                    <a:pt x="870" y="5673"/>
                    <a:pt x="917" y="5673"/>
                  </a:cubicBezTo>
                  <a:cubicBezTo>
                    <a:pt x="953" y="5673"/>
                    <a:pt x="989" y="5661"/>
                    <a:pt x="1025" y="5649"/>
                  </a:cubicBezTo>
                  <a:cubicBezTo>
                    <a:pt x="1096" y="5590"/>
                    <a:pt x="1096" y="5483"/>
                    <a:pt x="1048" y="5423"/>
                  </a:cubicBezTo>
                  <a:cubicBezTo>
                    <a:pt x="572" y="4828"/>
                    <a:pt x="322" y="4066"/>
                    <a:pt x="370" y="3304"/>
                  </a:cubicBezTo>
                  <a:cubicBezTo>
                    <a:pt x="417" y="2530"/>
                    <a:pt x="727" y="1804"/>
                    <a:pt x="1275" y="1256"/>
                  </a:cubicBezTo>
                  <a:cubicBezTo>
                    <a:pt x="1822" y="708"/>
                    <a:pt x="2560" y="375"/>
                    <a:pt x="3334" y="351"/>
                  </a:cubicBezTo>
                  <a:cubicBezTo>
                    <a:pt x="3397" y="347"/>
                    <a:pt x="3459" y="345"/>
                    <a:pt x="3521" y="345"/>
                  </a:cubicBezTo>
                  <a:cubicBezTo>
                    <a:pt x="4227" y="345"/>
                    <a:pt x="4895" y="592"/>
                    <a:pt x="5442" y="1030"/>
                  </a:cubicBezTo>
                  <a:cubicBezTo>
                    <a:pt x="5473" y="1055"/>
                    <a:pt x="5510" y="1068"/>
                    <a:pt x="5547" y="1068"/>
                  </a:cubicBezTo>
                  <a:cubicBezTo>
                    <a:pt x="5595" y="1068"/>
                    <a:pt x="5641" y="1046"/>
                    <a:pt x="5668" y="1006"/>
                  </a:cubicBezTo>
                  <a:cubicBezTo>
                    <a:pt x="5727" y="911"/>
                    <a:pt x="5716" y="815"/>
                    <a:pt x="5656" y="768"/>
                  </a:cubicBezTo>
                  <a:cubicBezTo>
                    <a:pt x="5050" y="272"/>
                    <a:pt x="4291" y="0"/>
                    <a:pt x="35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31"/>
            <p:cNvSpPr/>
            <p:nvPr/>
          </p:nvSpPr>
          <p:spPr>
            <a:xfrm>
              <a:off x="1923820" y="1610193"/>
              <a:ext cx="183054" cy="186874"/>
            </a:xfrm>
            <a:custGeom>
              <a:avLst/>
              <a:gdLst/>
              <a:ahLst/>
              <a:cxnLst/>
              <a:rect l="l" t="t" r="r" b="b"/>
              <a:pathLst>
                <a:path w="5751" h="5871" extrusionOk="0">
                  <a:moveTo>
                    <a:pt x="3310" y="358"/>
                  </a:moveTo>
                  <a:lnTo>
                    <a:pt x="3310" y="1025"/>
                  </a:lnTo>
                  <a:cubicBezTo>
                    <a:pt x="3310" y="1132"/>
                    <a:pt x="3274" y="1251"/>
                    <a:pt x="3227" y="1334"/>
                  </a:cubicBezTo>
                  <a:lnTo>
                    <a:pt x="3155" y="1501"/>
                  </a:lnTo>
                  <a:cubicBezTo>
                    <a:pt x="3143" y="1525"/>
                    <a:pt x="3143" y="1549"/>
                    <a:pt x="3143" y="1573"/>
                  </a:cubicBezTo>
                  <a:lnTo>
                    <a:pt x="3143" y="1918"/>
                  </a:lnTo>
                  <a:cubicBezTo>
                    <a:pt x="3143" y="2156"/>
                    <a:pt x="3048" y="2382"/>
                    <a:pt x="2869" y="2549"/>
                  </a:cubicBezTo>
                  <a:cubicBezTo>
                    <a:pt x="2691" y="2704"/>
                    <a:pt x="2477" y="2799"/>
                    <a:pt x="2226" y="2799"/>
                  </a:cubicBezTo>
                  <a:cubicBezTo>
                    <a:pt x="1774" y="2787"/>
                    <a:pt x="1381" y="2370"/>
                    <a:pt x="1381" y="1870"/>
                  </a:cubicBezTo>
                  <a:lnTo>
                    <a:pt x="1381" y="1573"/>
                  </a:lnTo>
                  <a:cubicBezTo>
                    <a:pt x="1381" y="1549"/>
                    <a:pt x="1381" y="1525"/>
                    <a:pt x="1369" y="1501"/>
                  </a:cubicBezTo>
                  <a:lnTo>
                    <a:pt x="1262" y="1311"/>
                  </a:lnTo>
                  <a:cubicBezTo>
                    <a:pt x="1238" y="1227"/>
                    <a:pt x="1203" y="1156"/>
                    <a:pt x="1203" y="1072"/>
                  </a:cubicBezTo>
                  <a:lnTo>
                    <a:pt x="1203" y="1049"/>
                  </a:lnTo>
                  <a:cubicBezTo>
                    <a:pt x="1203" y="668"/>
                    <a:pt x="1524" y="358"/>
                    <a:pt x="1905" y="358"/>
                  </a:cubicBezTo>
                  <a:close/>
                  <a:moveTo>
                    <a:pt x="1905" y="3049"/>
                  </a:moveTo>
                  <a:cubicBezTo>
                    <a:pt x="2012" y="3085"/>
                    <a:pt x="2119" y="3108"/>
                    <a:pt x="2238" y="3108"/>
                  </a:cubicBezTo>
                  <a:lnTo>
                    <a:pt x="2274" y="3108"/>
                  </a:lnTo>
                  <a:cubicBezTo>
                    <a:pt x="2393" y="3108"/>
                    <a:pt x="2512" y="3097"/>
                    <a:pt x="2631" y="3049"/>
                  </a:cubicBezTo>
                  <a:lnTo>
                    <a:pt x="2631" y="3049"/>
                  </a:lnTo>
                  <a:cubicBezTo>
                    <a:pt x="2619" y="3108"/>
                    <a:pt x="2631" y="3156"/>
                    <a:pt x="2655" y="3204"/>
                  </a:cubicBezTo>
                  <a:lnTo>
                    <a:pt x="2512" y="3335"/>
                  </a:lnTo>
                  <a:cubicBezTo>
                    <a:pt x="2441" y="3406"/>
                    <a:pt x="2357" y="3442"/>
                    <a:pt x="2262" y="3442"/>
                  </a:cubicBezTo>
                  <a:cubicBezTo>
                    <a:pt x="2179" y="3442"/>
                    <a:pt x="2084" y="3406"/>
                    <a:pt x="2012" y="3335"/>
                  </a:cubicBezTo>
                  <a:lnTo>
                    <a:pt x="1881" y="3204"/>
                  </a:lnTo>
                  <a:cubicBezTo>
                    <a:pt x="1893" y="3156"/>
                    <a:pt x="1905" y="3108"/>
                    <a:pt x="1905" y="3049"/>
                  </a:cubicBezTo>
                  <a:close/>
                  <a:moveTo>
                    <a:pt x="2810" y="3466"/>
                  </a:moveTo>
                  <a:cubicBezTo>
                    <a:pt x="2858" y="3501"/>
                    <a:pt x="2905" y="3513"/>
                    <a:pt x="2941" y="3525"/>
                  </a:cubicBezTo>
                  <a:lnTo>
                    <a:pt x="3524" y="3692"/>
                  </a:lnTo>
                  <a:cubicBezTo>
                    <a:pt x="3679" y="3739"/>
                    <a:pt x="3774" y="3870"/>
                    <a:pt x="3774" y="4037"/>
                  </a:cubicBezTo>
                  <a:lnTo>
                    <a:pt x="3774" y="5132"/>
                  </a:lnTo>
                  <a:lnTo>
                    <a:pt x="3822" y="5132"/>
                  </a:lnTo>
                  <a:cubicBezTo>
                    <a:pt x="3703" y="5204"/>
                    <a:pt x="3584" y="5263"/>
                    <a:pt x="3453" y="5311"/>
                  </a:cubicBezTo>
                  <a:lnTo>
                    <a:pt x="3453" y="4335"/>
                  </a:lnTo>
                  <a:cubicBezTo>
                    <a:pt x="3453" y="4240"/>
                    <a:pt x="3381" y="4168"/>
                    <a:pt x="3286" y="4168"/>
                  </a:cubicBezTo>
                  <a:cubicBezTo>
                    <a:pt x="3203" y="4168"/>
                    <a:pt x="3119" y="4240"/>
                    <a:pt x="3119" y="4335"/>
                  </a:cubicBezTo>
                  <a:lnTo>
                    <a:pt x="3119" y="5430"/>
                  </a:lnTo>
                  <a:cubicBezTo>
                    <a:pt x="2881" y="5502"/>
                    <a:pt x="2655" y="5537"/>
                    <a:pt x="2405" y="5549"/>
                  </a:cubicBezTo>
                  <a:lnTo>
                    <a:pt x="2262" y="5549"/>
                  </a:lnTo>
                  <a:cubicBezTo>
                    <a:pt x="1965" y="5549"/>
                    <a:pt x="1667" y="5502"/>
                    <a:pt x="1381" y="5430"/>
                  </a:cubicBezTo>
                  <a:lnTo>
                    <a:pt x="1381" y="4335"/>
                  </a:lnTo>
                  <a:cubicBezTo>
                    <a:pt x="1381" y="4240"/>
                    <a:pt x="1310" y="4168"/>
                    <a:pt x="1214" y="4168"/>
                  </a:cubicBezTo>
                  <a:cubicBezTo>
                    <a:pt x="1131" y="4168"/>
                    <a:pt x="1060" y="4240"/>
                    <a:pt x="1060" y="4335"/>
                  </a:cubicBezTo>
                  <a:lnTo>
                    <a:pt x="1060" y="5311"/>
                  </a:lnTo>
                  <a:cubicBezTo>
                    <a:pt x="941" y="5252"/>
                    <a:pt x="798" y="5192"/>
                    <a:pt x="679" y="5132"/>
                  </a:cubicBezTo>
                  <a:lnTo>
                    <a:pt x="679" y="4037"/>
                  </a:lnTo>
                  <a:cubicBezTo>
                    <a:pt x="679" y="3870"/>
                    <a:pt x="786" y="3739"/>
                    <a:pt x="941" y="3692"/>
                  </a:cubicBezTo>
                  <a:lnTo>
                    <a:pt x="1512" y="3525"/>
                  </a:lnTo>
                  <a:cubicBezTo>
                    <a:pt x="1560" y="3513"/>
                    <a:pt x="1619" y="3501"/>
                    <a:pt x="1655" y="3466"/>
                  </a:cubicBezTo>
                  <a:lnTo>
                    <a:pt x="1750" y="3573"/>
                  </a:lnTo>
                  <a:cubicBezTo>
                    <a:pt x="1893" y="3704"/>
                    <a:pt x="2072" y="3763"/>
                    <a:pt x="2226" y="3763"/>
                  </a:cubicBezTo>
                  <a:cubicBezTo>
                    <a:pt x="2405" y="3763"/>
                    <a:pt x="2572" y="3704"/>
                    <a:pt x="2703" y="3573"/>
                  </a:cubicBezTo>
                  <a:lnTo>
                    <a:pt x="2810" y="3466"/>
                  </a:lnTo>
                  <a:close/>
                  <a:moveTo>
                    <a:pt x="1893" y="1"/>
                  </a:moveTo>
                  <a:cubicBezTo>
                    <a:pt x="1322" y="1"/>
                    <a:pt x="869" y="465"/>
                    <a:pt x="869" y="1025"/>
                  </a:cubicBezTo>
                  <a:lnTo>
                    <a:pt x="869" y="1037"/>
                  </a:lnTo>
                  <a:cubicBezTo>
                    <a:pt x="869" y="1168"/>
                    <a:pt x="893" y="1311"/>
                    <a:pt x="953" y="1430"/>
                  </a:cubicBezTo>
                  <a:lnTo>
                    <a:pt x="1048" y="1596"/>
                  </a:lnTo>
                  <a:lnTo>
                    <a:pt x="1048" y="1858"/>
                  </a:lnTo>
                  <a:cubicBezTo>
                    <a:pt x="1048" y="2275"/>
                    <a:pt x="1250" y="2644"/>
                    <a:pt x="1560" y="2882"/>
                  </a:cubicBezTo>
                  <a:lnTo>
                    <a:pt x="1560" y="3037"/>
                  </a:lnTo>
                  <a:cubicBezTo>
                    <a:pt x="1560" y="3108"/>
                    <a:pt x="1500" y="3180"/>
                    <a:pt x="1429" y="3216"/>
                  </a:cubicBezTo>
                  <a:lnTo>
                    <a:pt x="845" y="3382"/>
                  </a:lnTo>
                  <a:cubicBezTo>
                    <a:pt x="548" y="3466"/>
                    <a:pt x="357" y="3739"/>
                    <a:pt x="357" y="4037"/>
                  </a:cubicBezTo>
                  <a:lnTo>
                    <a:pt x="357" y="4906"/>
                  </a:lnTo>
                  <a:cubicBezTo>
                    <a:pt x="333" y="4894"/>
                    <a:pt x="310" y="4859"/>
                    <a:pt x="286" y="4847"/>
                  </a:cubicBezTo>
                  <a:cubicBezTo>
                    <a:pt x="256" y="4822"/>
                    <a:pt x="220" y="4810"/>
                    <a:pt x="185" y="4810"/>
                  </a:cubicBezTo>
                  <a:cubicBezTo>
                    <a:pt x="135" y="4810"/>
                    <a:pt x="87" y="4834"/>
                    <a:pt x="60" y="4882"/>
                  </a:cubicBezTo>
                  <a:cubicBezTo>
                    <a:pt x="0" y="4954"/>
                    <a:pt x="12" y="5061"/>
                    <a:pt x="95" y="5097"/>
                  </a:cubicBezTo>
                  <a:cubicBezTo>
                    <a:pt x="702" y="5597"/>
                    <a:pt x="1476" y="5871"/>
                    <a:pt x="2262" y="5871"/>
                  </a:cubicBezTo>
                  <a:lnTo>
                    <a:pt x="2429" y="5871"/>
                  </a:lnTo>
                  <a:cubicBezTo>
                    <a:pt x="3286" y="5835"/>
                    <a:pt x="4096" y="5478"/>
                    <a:pt x="4691" y="4859"/>
                  </a:cubicBezTo>
                  <a:cubicBezTo>
                    <a:pt x="5298" y="4251"/>
                    <a:pt x="5655" y="3454"/>
                    <a:pt x="5703" y="2596"/>
                  </a:cubicBezTo>
                  <a:cubicBezTo>
                    <a:pt x="5751" y="1751"/>
                    <a:pt x="5477" y="918"/>
                    <a:pt x="4941" y="263"/>
                  </a:cubicBezTo>
                  <a:cubicBezTo>
                    <a:pt x="4908" y="223"/>
                    <a:pt x="4861" y="206"/>
                    <a:pt x="4815" y="206"/>
                  </a:cubicBezTo>
                  <a:cubicBezTo>
                    <a:pt x="4778" y="206"/>
                    <a:pt x="4742" y="218"/>
                    <a:pt x="4715" y="239"/>
                  </a:cubicBezTo>
                  <a:cubicBezTo>
                    <a:pt x="4643" y="299"/>
                    <a:pt x="4643" y="406"/>
                    <a:pt x="4691" y="465"/>
                  </a:cubicBezTo>
                  <a:cubicBezTo>
                    <a:pt x="5167" y="1061"/>
                    <a:pt x="5417" y="1811"/>
                    <a:pt x="5370" y="2573"/>
                  </a:cubicBezTo>
                  <a:cubicBezTo>
                    <a:pt x="5334" y="3347"/>
                    <a:pt x="5013" y="4073"/>
                    <a:pt x="4465" y="4632"/>
                  </a:cubicBezTo>
                  <a:cubicBezTo>
                    <a:pt x="4358" y="4728"/>
                    <a:pt x="4262" y="4823"/>
                    <a:pt x="4155" y="4906"/>
                  </a:cubicBezTo>
                  <a:lnTo>
                    <a:pt x="4155" y="4037"/>
                  </a:lnTo>
                  <a:cubicBezTo>
                    <a:pt x="4155" y="3739"/>
                    <a:pt x="3941" y="3466"/>
                    <a:pt x="3667" y="3382"/>
                  </a:cubicBezTo>
                  <a:lnTo>
                    <a:pt x="3084" y="3216"/>
                  </a:lnTo>
                  <a:cubicBezTo>
                    <a:pt x="3012" y="3180"/>
                    <a:pt x="2953" y="3120"/>
                    <a:pt x="2953" y="3037"/>
                  </a:cubicBezTo>
                  <a:lnTo>
                    <a:pt x="2953" y="2906"/>
                  </a:lnTo>
                  <a:cubicBezTo>
                    <a:pt x="3012" y="2858"/>
                    <a:pt x="3048" y="2823"/>
                    <a:pt x="3096" y="2763"/>
                  </a:cubicBezTo>
                  <a:cubicBezTo>
                    <a:pt x="3334" y="2549"/>
                    <a:pt x="3453" y="2227"/>
                    <a:pt x="3453" y="1906"/>
                  </a:cubicBezTo>
                  <a:lnTo>
                    <a:pt x="3453" y="1596"/>
                  </a:lnTo>
                  <a:lnTo>
                    <a:pt x="3512" y="1453"/>
                  </a:lnTo>
                  <a:cubicBezTo>
                    <a:pt x="3584" y="1311"/>
                    <a:pt x="3620" y="1156"/>
                    <a:pt x="3620" y="1001"/>
                  </a:cubicBezTo>
                  <a:lnTo>
                    <a:pt x="3620" y="168"/>
                  </a:lnTo>
                  <a:cubicBezTo>
                    <a:pt x="3620" y="72"/>
                    <a:pt x="3548" y="1"/>
                    <a:pt x="34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31"/>
            <p:cNvSpPr/>
            <p:nvPr/>
          </p:nvSpPr>
          <p:spPr>
            <a:xfrm>
              <a:off x="1974207" y="1638617"/>
              <a:ext cx="43989" cy="15597"/>
            </a:xfrm>
            <a:custGeom>
              <a:avLst/>
              <a:gdLst/>
              <a:ahLst/>
              <a:cxnLst/>
              <a:rect l="l" t="t" r="r" b="b"/>
              <a:pathLst>
                <a:path w="1382" h="490" extrusionOk="0">
                  <a:moveTo>
                    <a:pt x="155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51"/>
                    <a:pt x="72" y="322"/>
                    <a:pt x="155" y="322"/>
                  </a:cubicBezTo>
                  <a:cubicBezTo>
                    <a:pt x="334" y="322"/>
                    <a:pt x="870" y="358"/>
                    <a:pt x="1132" y="477"/>
                  </a:cubicBezTo>
                  <a:cubicBezTo>
                    <a:pt x="1155" y="489"/>
                    <a:pt x="1167" y="489"/>
                    <a:pt x="1203" y="489"/>
                  </a:cubicBezTo>
                  <a:cubicBezTo>
                    <a:pt x="1263" y="489"/>
                    <a:pt x="1322" y="465"/>
                    <a:pt x="1346" y="406"/>
                  </a:cubicBezTo>
                  <a:cubicBezTo>
                    <a:pt x="1382" y="322"/>
                    <a:pt x="1346" y="227"/>
                    <a:pt x="1275" y="191"/>
                  </a:cubicBezTo>
                  <a:cubicBezTo>
                    <a:pt x="905" y="1"/>
                    <a:pt x="191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176;p31">
            <a:extLst>
              <a:ext uri="{FF2B5EF4-FFF2-40B4-BE49-F238E27FC236}">
                <a16:creationId xmlns:a16="http://schemas.microsoft.com/office/drawing/2014/main" id="{3F8CCF0B-9B80-80EF-3631-196B4D705D4C}"/>
              </a:ext>
            </a:extLst>
          </p:cNvPr>
          <p:cNvSpPr txBox="1">
            <a:spLocks/>
          </p:cNvSpPr>
          <p:nvPr/>
        </p:nvSpPr>
        <p:spPr>
          <a:xfrm>
            <a:off x="345894" y="3545679"/>
            <a:ext cx="3676076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dirty="0"/>
              <a:t>Dynamic Personalization</a:t>
            </a:r>
          </a:p>
        </p:txBody>
      </p:sp>
      <p:sp>
        <p:nvSpPr>
          <p:cNvPr id="3" name="Google Shape;174;p31">
            <a:extLst>
              <a:ext uri="{FF2B5EF4-FFF2-40B4-BE49-F238E27FC236}">
                <a16:creationId xmlns:a16="http://schemas.microsoft.com/office/drawing/2014/main" id="{4E746CD5-E085-F44E-AE57-FC7DB251A4DD}"/>
              </a:ext>
            </a:extLst>
          </p:cNvPr>
          <p:cNvSpPr txBox="1">
            <a:spLocks/>
          </p:cNvSpPr>
          <p:nvPr/>
        </p:nvSpPr>
        <p:spPr>
          <a:xfrm>
            <a:off x="345895" y="3973053"/>
            <a:ext cx="3676075" cy="12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en-US" dirty="0"/>
              <a:t>"Adaptive Feedback Loop" to learn user preferences from past  actions.</a:t>
            </a:r>
          </a:p>
        </p:txBody>
      </p:sp>
      <p:sp>
        <p:nvSpPr>
          <p:cNvPr id="5" name="Google Shape;176;p31">
            <a:extLst>
              <a:ext uri="{FF2B5EF4-FFF2-40B4-BE49-F238E27FC236}">
                <a16:creationId xmlns:a16="http://schemas.microsoft.com/office/drawing/2014/main" id="{7E658D8C-36BC-F42C-6DF8-279C9275E4EC}"/>
              </a:ext>
            </a:extLst>
          </p:cNvPr>
          <p:cNvSpPr txBox="1">
            <a:spLocks/>
          </p:cNvSpPr>
          <p:nvPr/>
        </p:nvSpPr>
        <p:spPr>
          <a:xfrm>
            <a:off x="5646497" y="3517689"/>
            <a:ext cx="29418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dirty="0"/>
              <a:t>Data Management</a:t>
            </a:r>
          </a:p>
        </p:txBody>
      </p:sp>
      <p:sp>
        <p:nvSpPr>
          <p:cNvPr id="6" name="Google Shape;174;p31">
            <a:extLst>
              <a:ext uri="{FF2B5EF4-FFF2-40B4-BE49-F238E27FC236}">
                <a16:creationId xmlns:a16="http://schemas.microsoft.com/office/drawing/2014/main" id="{A075A51A-9AB0-E588-80FA-3951AA58DA67}"/>
              </a:ext>
            </a:extLst>
          </p:cNvPr>
          <p:cNvSpPr txBox="1">
            <a:spLocks/>
          </p:cNvSpPr>
          <p:nvPr/>
        </p:nvSpPr>
        <p:spPr>
          <a:xfrm>
            <a:off x="5484498" y="3935431"/>
            <a:ext cx="3358667" cy="12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en-US" dirty="0"/>
              <a:t>Secure storage for user profiles, generated videos, and ad history</a:t>
            </a:r>
          </a:p>
        </p:txBody>
      </p:sp>
      <p:pic>
        <p:nvPicPr>
          <p:cNvPr id="8" name="גרפיקה 7" descr="מסד נתונים קו מיתאר">
            <a:extLst>
              <a:ext uri="{FF2B5EF4-FFF2-40B4-BE49-F238E27FC236}">
                <a16:creationId xmlns:a16="http://schemas.microsoft.com/office/drawing/2014/main" id="{5A624ACB-CFF6-C732-9CF3-069E0EC6C7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31896" y="3058362"/>
            <a:ext cx="524700" cy="524700"/>
          </a:xfrm>
          <a:prstGeom prst="rect">
            <a:avLst/>
          </a:prstGeom>
        </p:spPr>
      </p:pic>
      <p:pic>
        <p:nvPicPr>
          <p:cNvPr id="10" name="גרפיקה 9" descr="סקירת לקוח עם מילוי מלא">
            <a:extLst>
              <a:ext uri="{FF2B5EF4-FFF2-40B4-BE49-F238E27FC236}">
                <a16:creationId xmlns:a16="http://schemas.microsoft.com/office/drawing/2014/main" id="{0BFE7AE8-3EE6-C55A-8358-B53570DE53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59876" y="3056944"/>
            <a:ext cx="572701" cy="572701"/>
          </a:xfrm>
          <a:prstGeom prst="rect">
            <a:avLst/>
          </a:prstGeom>
        </p:spPr>
      </p:pic>
      <p:pic>
        <p:nvPicPr>
          <p:cNvPr id="12" name="גרפיקה 11" descr="בינה מלאכותית עם מילוי מלא">
            <a:extLst>
              <a:ext uri="{FF2B5EF4-FFF2-40B4-BE49-F238E27FC236}">
                <a16:creationId xmlns:a16="http://schemas.microsoft.com/office/drawing/2014/main" id="{9722D4CA-840A-9583-0A40-15D421E778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85748" y="2306813"/>
            <a:ext cx="750131" cy="750131"/>
          </a:xfrm>
          <a:prstGeom prst="rect">
            <a:avLst/>
          </a:prstGeom>
        </p:spPr>
      </p:pic>
      <p:sp>
        <p:nvSpPr>
          <p:cNvPr id="13" name="מלבן 12">
            <a:extLst>
              <a:ext uri="{FF2B5EF4-FFF2-40B4-BE49-F238E27FC236}">
                <a16:creationId xmlns:a16="http://schemas.microsoft.com/office/drawing/2014/main" id="{E625169B-3A73-16D2-0896-D1F661011392}"/>
              </a:ext>
            </a:extLst>
          </p:cNvPr>
          <p:cNvSpPr/>
          <p:nvPr/>
        </p:nvSpPr>
        <p:spPr>
          <a:xfrm>
            <a:off x="1738263" y="117013"/>
            <a:ext cx="5876930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Core System Requirements</a:t>
            </a:r>
            <a:endParaRPr lang="he-IL" sz="3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3"/>
          <p:cNvSpPr txBox="1">
            <a:spLocks noGrp="1"/>
          </p:cNvSpPr>
          <p:nvPr>
            <p:ph type="subTitle" idx="2"/>
          </p:nvPr>
        </p:nvSpPr>
        <p:spPr>
          <a:xfrm>
            <a:off x="3341406" y="1721979"/>
            <a:ext cx="2681852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PyQt5 for an intuitive and responsive desktop GUI</a:t>
            </a:r>
            <a:endParaRPr dirty="0"/>
          </a:p>
        </p:txBody>
      </p:sp>
      <p:sp>
        <p:nvSpPr>
          <p:cNvPr id="220" name="Google Shape;220;p33"/>
          <p:cNvSpPr txBox="1">
            <a:spLocks noGrp="1"/>
          </p:cNvSpPr>
          <p:nvPr>
            <p:ph type="subTitle" idx="5"/>
          </p:nvPr>
        </p:nvSpPr>
        <p:spPr>
          <a:xfrm>
            <a:off x="6062384" y="1676533"/>
            <a:ext cx="2973291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 err="1"/>
              <a:t>FastAPI</a:t>
            </a:r>
            <a:r>
              <a:rPr lang="en-US" dirty="0"/>
              <a:t> for high-performance RESTful API, secured with Argon2 (hashing)</a:t>
            </a:r>
            <a:endParaRPr dirty="0"/>
          </a:p>
        </p:txBody>
      </p:sp>
      <p:sp>
        <p:nvSpPr>
          <p:cNvPr id="222" name="Google Shape;222;p33"/>
          <p:cNvSpPr txBox="1">
            <a:spLocks noGrp="1"/>
          </p:cNvSpPr>
          <p:nvPr>
            <p:ph type="subTitle" idx="1"/>
          </p:nvPr>
        </p:nvSpPr>
        <p:spPr>
          <a:xfrm>
            <a:off x="261480" y="1683895"/>
            <a:ext cx="2681853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Client-Server model written entirely in Python</a:t>
            </a:r>
            <a:endParaRPr dirty="0"/>
          </a:p>
        </p:txBody>
      </p:sp>
      <p:sp>
        <p:nvSpPr>
          <p:cNvPr id="223" name="Google Shape;223;p33"/>
          <p:cNvSpPr txBox="1">
            <a:spLocks noGrp="1"/>
          </p:cNvSpPr>
          <p:nvPr>
            <p:ph type="subTitle" idx="3"/>
          </p:nvPr>
        </p:nvSpPr>
        <p:spPr>
          <a:xfrm>
            <a:off x="84005" y="3821972"/>
            <a:ext cx="2859328" cy="10583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Google Gemini 2.5 Flash Lite &amp; KIE.ai </a:t>
            </a:r>
            <a:r>
              <a:rPr lang="en-US" dirty="0" err="1"/>
              <a:t>Seedance</a:t>
            </a:r>
            <a:r>
              <a:rPr lang="en-US" dirty="0"/>
              <a:t> 1.5 pro API</a:t>
            </a:r>
            <a:endParaRPr dirty="0"/>
          </a:p>
        </p:txBody>
      </p:sp>
      <p:sp>
        <p:nvSpPr>
          <p:cNvPr id="224" name="Google Shape;224;p33"/>
          <p:cNvSpPr txBox="1">
            <a:spLocks noGrp="1"/>
          </p:cNvSpPr>
          <p:nvPr>
            <p:ph type="subTitle" idx="4"/>
          </p:nvPr>
        </p:nvSpPr>
        <p:spPr>
          <a:xfrm>
            <a:off x="3477568" y="3701972"/>
            <a:ext cx="2253296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MongoDB to store user profiles, history, and feedback data</a:t>
            </a:r>
            <a:endParaRPr dirty="0"/>
          </a:p>
        </p:txBody>
      </p:sp>
      <p:sp>
        <p:nvSpPr>
          <p:cNvPr id="225" name="Google Shape;225;p33"/>
          <p:cNvSpPr txBox="1">
            <a:spLocks noGrp="1"/>
          </p:cNvSpPr>
          <p:nvPr>
            <p:ph type="subTitle" idx="6"/>
          </p:nvPr>
        </p:nvSpPr>
        <p:spPr>
          <a:xfrm>
            <a:off x="6367019" y="3594351"/>
            <a:ext cx="2584245" cy="13153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Docker &amp; Docker-Compose, GitHub Actions (CI/CD) with a built-in local fallback mechanism</a:t>
            </a:r>
            <a:endParaRPr dirty="0"/>
          </a:p>
        </p:txBody>
      </p:sp>
      <p:sp>
        <p:nvSpPr>
          <p:cNvPr id="226" name="Google Shape;226;p33"/>
          <p:cNvSpPr txBox="1">
            <a:spLocks noGrp="1"/>
          </p:cNvSpPr>
          <p:nvPr>
            <p:ph type="subTitle" idx="7"/>
          </p:nvPr>
        </p:nvSpPr>
        <p:spPr>
          <a:xfrm>
            <a:off x="475757" y="1290213"/>
            <a:ext cx="2253300" cy="5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Architecture</a:t>
            </a:r>
            <a:endParaRPr dirty="0"/>
          </a:p>
        </p:txBody>
      </p:sp>
      <p:sp>
        <p:nvSpPr>
          <p:cNvPr id="227" name="Google Shape;227;p33"/>
          <p:cNvSpPr txBox="1">
            <a:spLocks noGrp="1"/>
          </p:cNvSpPr>
          <p:nvPr>
            <p:ph type="subTitle" idx="8"/>
          </p:nvPr>
        </p:nvSpPr>
        <p:spPr>
          <a:xfrm>
            <a:off x="3445350" y="1293173"/>
            <a:ext cx="2253300" cy="5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Frontend</a:t>
            </a:r>
            <a:endParaRPr dirty="0"/>
          </a:p>
        </p:txBody>
      </p:sp>
      <p:sp>
        <p:nvSpPr>
          <p:cNvPr id="228" name="Google Shape;228;p33"/>
          <p:cNvSpPr txBox="1">
            <a:spLocks noGrp="1"/>
          </p:cNvSpPr>
          <p:nvPr>
            <p:ph type="subTitle" idx="9"/>
          </p:nvPr>
        </p:nvSpPr>
        <p:spPr>
          <a:xfrm>
            <a:off x="387019" y="3336951"/>
            <a:ext cx="2253300" cy="5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AI Engines</a:t>
            </a:r>
            <a:endParaRPr dirty="0"/>
          </a:p>
        </p:txBody>
      </p:sp>
      <p:sp>
        <p:nvSpPr>
          <p:cNvPr id="229" name="Google Shape;229;p33"/>
          <p:cNvSpPr txBox="1">
            <a:spLocks noGrp="1"/>
          </p:cNvSpPr>
          <p:nvPr>
            <p:ph type="subTitle" idx="13"/>
          </p:nvPr>
        </p:nvSpPr>
        <p:spPr>
          <a:xfrm>
            <a:off x="3445350" y="3305778"/>
            <a:ext cx="2253300" cy="5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Database</a:t>
            </a:r>
            <a:endParaRPr dirty="0"/>
          </a:p>
        </p:txBody>
      </p:sp>
      <p:sp>
        <p:nvSpPr>
          <p:cNvPr id="230" name="Google Shape;230;p33"/>
          <p:cNvSpPr txBox="1">
            <a:spLocks noGrp="1"/>
          </p:cNvSpPr>
          <p:nvPr>
            <p:ph type="subTitle" idx="14"/>
          </p:nvPr>
        </p:nvSpPr>
        <p:spPr>
          <a:xfrm>
            <a:off x="6108122" y="1238002"/>
            <a:ext cx="2881813" cy="5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Backend &amp; Security</a:t>
            </a:r>
            <a:endParaRPr dirty="0"/>
          </a:p>
        </p:txBody>
      </p:sp>
      <p:sp>
        <p:nvSpPr>
          <p:cNvPr id="231" name="Google Shape;231;p33"/>
          <p:cNvSpPr txBox="1">
            <a:spLocks noGrp="1"/>
          </p:cNvSpPr>
          <p:nvPr>
            <p:ph type="subTitle" idx="15"/>
          </p:nvPr>
        </p:nvSpPr>
        <p:spPr>
          <a:xfrm>
            <a:off x="6466915" y="3271691"/>
            <a:ext cx="2253300" cy="5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Deployment</a:t>
            </a:r>
            <a:endParaRPr dirty="0"/>
          </a:p>
        </p:txBody>
      </p:sp>
      <p:pic>
        <p:nvPicPr>
          <p:cNvPr id="3" name="תמונה 2" descr="תמונה שמכילה צילום מסך, שרטוט, שחור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FB25218-81B6-ABEC-B1A8-27936D815F7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2521646" y="2463195"/>
            <a:ext cx="873756" cy="873756"/>
          </a:xfrm>
          <a:prstGeom prst="rect">
            <a:avLst/>
          </a:prstGeom>
        </p:spPr>
      </p:pic>
      <p:pic>
        <p:nvPicPr>
          <p:cNvPr id="4" name="Picture 10" descr="Free Pop Up Ads 3D Icons - Free Download in PNG, glTF">
            <a:extLst>
              <a:ext uri="{FF2B5EF4-FFF2-40B4-BE49-F238E27FC236}">
                <a16:creationId xmlns:a16="http://schemas.microsoft.com/office/drawing/2014/main" id="{1CB4F42D-67E4-E0C7-E526-E478E053CF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8670" y="2082141"/>
            <a:ext cx="1510639" cy="1510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מלבן 4">
            <a:extLst>
              <a:ext uri="{FF2B5EF4-FFF2-40B4-BE49-F238E27FC236}">
                <a16:creationId xmlns:a16="http://schemas.microsoft.com/office/drawing/2014/main" id="{99A6931C-E00E-8FEE-CC2D-C23F9C676F07}"/>
              </a:ext>
            </a:extLst>
          </p:cNvPr>
          <p:cNvSpPr/>
          <p:nvPr/>
        </p:nvSpPr>
        <p:spPr>
          <a:xfrm>
            <a:off x="1568613" y="248381"/>
            <a:ext cx="600677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The Solution &amp; Tech Stack</a:t>
            </a:r>
            <a:endParaRPr lang="he-IL" sz="36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6"/>
          <p:cNvSpPr txBox="1">
            <a:spLocks noGrp="1"/>
          </p:cNvSpPr>
          <p:nvPr>
            <p:ph type="title"/>
          </p:nvPr>
        </p:nvSpPr>
        <p:spPr>
          <a:xfrm>
            <a:off x="1985287" y="335089"/>
            <a:ext cx="5173422" cy="94262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400" i="1" dirty="0"/>
              <a:t>An automated, end-to-end pipeline from natural language input to rendered video.</a:t>
            </a:r>
          </a:p>
        </p:txBody>
      </p:sp>
      <p:pic>
        <p:nvPicPr>
          <p:cNvPr id="2" name="תמונה 1" descr="תמונה שמכילה טקסט, תרשים, קו, מקביל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D5A6A2DF-0AF3-F02C-8344-28714569EC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4901" y="1277712"/>
            <a:ext cx="4734195" cy="34195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1"/>
          <p:cNvSpPr/>
          <p:nvPr/>
        </p:nvSpPr>
        <p:spPr>
          <a:xfrm flipH="1">
            <a:off x="4760364" y="2809650"/>
            <a:ext cx="1738800" cy="7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41"/>
          <p:cNvSpPr/>
          <p:nvPr/>
        </p:nvSpPr>
        <p:spPr>
          <a:xfrm flipH="1">
            <a:off x="2665194" y="2809650"/>
            <a:ext cx="2131800" cy="76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9" name="Google Shape;329;p41"/>
          <p:cNvGrpSpPr/>
          <p:nvPr/>
        </p:nvGrpSpPr>
        <p:grpSpPr>
          <a:xfrm flipH="1">
            <a:off x="6499153" y="1485626"/>
            <a:ext cx="367838" cy="2725152"/>
            <a:chOff x="2257300" y="1279525"/>
            <a:chExt cx="732600" cy="3093600"/>
          </a:xfrm>
        </p:grpSpPr>
        <p:cxnSp>
          <p:nvCxnSpPr>
            <p:cNvPr id="330" name="Google Shape;330;p41"/>
            <p:cNvCxnSpPr/>
            <p:nvPr/>
          </p:nvCxnSpPr>
          <p:spPr>
            <a:xfrm rot="10800000">
              <a:off x="2257300" y="1279525"/>
              <a:ext cx="732600" cy="1546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1" name="Google Shape;331;p41"/>
            <p:cNvCxnSpPr/>
            <p:nvPr/>
          </p:nvCxnSpPr>
          <p:spPr>
            <a:xfrm flipH="1">
              <a:off x="2257300" y="2826325"/>
              <a:ext cx="732600" cy="1546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32" name="Google Shape;332;p41"/>
          <p:cNvGrpSpPr/>
          <p:nvPr/>
        </p:nvGrpSpPr>
        <p:grpSpPr>
          <a:xfrm flipH="1">
            <a:off x="4796978" y="1485626"/>
            <a:ext cx="367838" cy="2725152"/>
            <a:chOff x="2257300" y="1279525"/>
            <a:chExt cx="732600" cy="3093600"/>
          </a:xfrm>
        </p:grpSpPr>
        <p:cxnSp>
          <p:nvCxnSpPr>
            <p:cNvPr id="333" name="Google Shape;333;p41"/>
            <p:cNvCxnSpPr/>
            <p:nvPr/>
          </p:nvCxnSpPr>
          <p:spPr>
            <a:xfrm rot="10800000">
              <a:off x="2257300" y="1279525"/>
              <a:ext cx="732600" cy="154680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4" name="Google Shape;334;p41"/>
            <p:cNvCxnSpPr/>
            <p:nvPr/>
          </p:nvCxnSpPr>
          <p:spPr>
            <a:xfrm flipH="1">
              <a:off x="2257300" y="2826325"/>
              <a:ext cx="732600" cy="154680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35" name="Google Shape;335;p41"/>
          <p:cNvGrpSpPr/>
          <p:nvPr/>
        </p:nvGrpSpPr>
        <p:grpSpPr>
          <a:xfrm flipH="1">
            <a:off x="3094803" y="1485626"/>
            <a:ext cx="367838" cy="2725152"/>
            <a:chOff x="2257300" y="1279525"/>
            <a:chExt cx="732600" cy="3093600"/>
          </a:xfrm>
        </p:grpSpPr>
        <p:cxnSp>
          <p:nvCxnSpPr>
            <p:cNvPr id="336" name="Google Shape;336;p41"/>
            <p:cNvCxnSpPr/>
            <p:nvPr/>
          </p:nvCxnSpPr>
          <p:spPr>
            <a:xfrm rot="10800000">
              <a:off x="2257300" y="1279525"/>
              <a:ext cx="732600" cy="1546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7" name="Google Shape;337;p41"/>
            <p:cNvCxnSpPr/>
            <p:nvPr/>
          </p:nvCxnSpPr>
          <p:spPr>
            <a:xfrm flipH="1">
              <a:off x="2257300" y="2826325"/>
              <a:ext cx="732600" cy="1546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38" name="Google Shape;338;p41"/>
          <p:cNvSpPr/>
          <p:nvPr/>
        </p:nvSpPr>
        <p:spPr>
          <a:xfrm flipH="1">
            <a:off x="1124969" y="2385000"/>
            <a:ext cx="1548900" cy="926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39" name="Google Shape;339;p41"/>
          <p:cNvSpPr txBox="1"/>
          <p:nvPr/>
        </p:nvSpPr>
        <p:spPr>
          <a:xfrm>
            <a:off x="3484544" y="1361612"/>
            <a:ext cx="16341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1600" dirty="0">
                <a:solidFill>
                  <a:schemeClr val="accent6"/>
                </a:solidFill>
              </a:rPr>
              <a:t>Speed:</a:t>
            </a:r>
            <a:endParaRPr sz="1600" dirty="0">
              <a:solidFill>
                <a:schemeClr val="accent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40" name="Google Shape;340;p41"/>
          <p:cNvSpPr txBox="1"/>
          <p:nvPr/>
        </p:nvSpPr>
        <p:spPr>
          <a:xfrm>
            <a:off x="3254848" y="2848050"/>
            <a:ext cx="16341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600" dirty="0">
                <a:solidFill>
                  <a:schemeClr val="accent6"/>
                </a:solidFill>
              </a:rPr>
              <a:t>Personalization</a:t>
            </a:r>
            <a:endParaRPr sz="1600" dirty="0">
              <a:solidFill>
                <a:schemeClr val="accent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41" name="Google Shape;341;p41"/>
          <p:cNvSpPr txBox="1"/>
          <p:nvPr/>
        </p:nvSpPr>
        <p:spPr>
          <a:xfrm>
            <a:off x="3369858" y="1771750"/>
            <a:ext cx="1405217" cy="8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dirty="0">
                <a:solidFill>
                  <a:schemeClr val="accent6"/>
                </a:solidFill>
              </a:rPr>
              <a:t>Full video ad generation in 50-60 seconds</a:t>
            </a:r>
            <a:endParaRPr dirty="0">
              <a:solidFill>
                <a:schemeClr val="accent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2" name="Google Shape;342;p41"/>
          <p:cNvSpPr txBox="1"/>
          <p:nvPr/>
        </p:nvSpPr>
        <p:spPr>
          <a:xfrm>
            <a:off x="3369833" y="3177788"/>
            <a:ext cx="1634100" cy="8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dirty="0">
                <a:solidFill>
                  <a:schemeClr val="accent6"/>
                </a:solidFill>
              </a:rPr>
              <a:t>High ad relevance via the "Adaptive Feedback Loop "</a:t>
            </a:r>
            <a:endParaRPr b="1" dirty="0">
              <a:solidFill>
                <a:schemeClr val="accent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4" name="Google Shape;344;p41"/>
          <p:cNvSpPr txBox="1"/>
          <p:nvPr/>
        </p:nvSpPr>
        <p:spPr>
          <a:xfrm>
            <a:off x="5164819" y="1350224"/>
            <a:ext cx="16341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1600" dirty="0">
                <a:solidFill>
                  <a:schemeClr val="accent6"/>
                </a:solidFill>
              </a:rPr>
              <a:t>Usability</a:t>
            </a:r>
            <a:endParaRPr sz="1600" dirty="0">
              <a:solidFill>
                <a:schemeClr val="accent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45" name="Google Shape;345;p41"/>
          <p:cNvSpPr txBox="1"/>
          <p:nvPr/>
        </p:nvSpPr>
        <p:spPr>
          <a:xfrm>
            <a:off x="5048972" y="2833929"/>
            <a:ext cx="16341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600" dirty="0">
                <a:solidFill>
                  <a:schemeClr val="accent6"/>
                </a:solidFill>
              </a:rPr>
              <a:t>Stability</a:t>
            </a:r>
            <a:endParaRPr sz="1600" dirty="0">
              <a:solidFill>
                <a:schemeClr val="accent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46" name="Google Shape;346;p41"/>
          <p:cNvSpPr txBox="1"/>
          <p:nvPr/>
        </p:nvSpPr>
        <p:spPr>
          <a:xfrm>
            <a:off x="5164819" y="1719350"/>
            <a:ext cx="1634100" cy="8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dirty="0">
                <a:solidFill>
                  <a:schemeClr val="accent6"/>
                </a:solidFill>
              </a:rPr>
              <a:t>"One-Click" interface with Hybrid Server fallback</a:t>
            </a:r>
            <a:endParaRPr dirty="0">
              <a:solidFill>
                <a:schemeClr val="accent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7" name="Google Shape;347;p41"/>
          <p:cNvSpPr txBox="1"/>
          <p:nvPr/>
        </p:nvSpPr>
        <p:spPr>
          <a:xfrm>
            <a:off x="5048972" y="3217328"/>
            <a:ext cx="1634100" cy="8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dirty="0">
                <a:solidFill>
                  <a:schemeClr val="accent6"/>
                </a:solidFill>
              </a:rPr>
              <a:t>Ensured zero UI freezes and no critical crashes</a:t>
            </a:r>
            <a:endParaRPr dirty="0">
              <a:solidFill>
                <a:schemeClr val="accent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" name="גרפיקה 2" descr="מדליה עם מילוי מלא">
            <a:extLst>
              <a:ext uri="{FF2B5EF4-FFF2-40B4-BE49-F238E27FC236}">
                <a16:creationId xmlns:a16="http://schemas.microsoft.com/office/drawing/2014/main" id="{4D34C21C-C957-BEB5-CFE3-ECCE79CC48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37882" y="2394129"/>
            <a:ext cx="914400" cy="914400"/>
          </a:xfrm>
          <a:prstGeom prst="rect">
            <a:avLst/>
          </a:prstGeom>
        </p:spPr>
      </p:pic>
      <p:pic>
        <p:nvPicPr>
          <p:cNvPr id="4" name="Google Shape;424;p46">
            <a:extLst>
              <a:ext uri="{FF2B5EF4-FFF2-40B4-BE49-F238E27FC236}">
                <a16:creationId xmlns:a16="http://schemas.microsoft.com/office/drawing/2014/main" id="{C81C544E-D26A-A159-C7FC-21B439D2EB3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66991" y="1836212"/>
            <a:ext cx="1753243" cy="18368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מלבן 4">
            <a:extLst>
              <a:ext uri="{FF2B5EF4-FFF2-40B4-BE49-F238E27FC236}">
                <a16:creationId xmlns:a16="http://schemas.microsoft.com/office/drawing/2014/main" id="{3A9DCE29-E8F4-9DCF-0E81-9E148262D939}"/>
              </a:ext>
            </a:extLst>
          </p:cNvPr>
          <p:cNvSpPr/>
          <p:nvPr/>
        </p:nvSpPr>
        <p:spPr>
          <a:xfrm>
            <a:off x="1476796" y="165707"/>
            <a:ext cx="6824304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Project Metrics &amp; Achievements</a:t>
            </a:r>
            <a:endParaRPr lang="he-IL" sz="3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5"/>
          <p:cNvSpPr/>
          <p:nvPr/>
        </p:nvSpPr>
        <p:spPr>
          <a:xfrm>
            <a:off x="1734082" y="4048849"/>
            <a:ext cx="887100" cy="88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4" name="Google Shape;244;p35"/>
          <p:cNvSpPr/>
          <p:nvPr/>
        </p:nvSpPr>
        <p:spPr>
          <a:xfrm>
            <a:off x="3304795" y="4048849"/>
            <a:ext cx="887100" cy="88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5" name="Google Shape;245;p35"/>
          <p:cNvSpPr/>
          <p:nvPr/>
        </p:nvSpPr>
        <p:spPr>
          <a:xfrm>
            <a:off x="4875507" y="4048849"/>
            <a:ext cx="887100" cy="88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6" name="Google Shape;246;p35"/>
          <p:cNvSpPr/>
          <p:nvPr/>
        </p:nvSpPr>
        <p:spPr>
          <a:xfrm>
            <a:off x="6446220" y="4048849"/>
            <a:ext cx="887100" cy="88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8" name="Google Shape;248;p35"/>
          <p:cNvSpPr txBox="1">
            <a:spLocks noGrp="1"/>
          </p:cNvSpPr>
          <p:nvPr>
            <p:ph type="subTitle" idx="1"/>
          </p:nvPr>
        </p:nvSpPr>
        <p:spPr>
          <a:xfrm>
            <a:off x="622366" y="960582"/>
            <a:ext cx="8421097" cy="26323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he-IL" altLang="he-IL" b="1" dirty="0">
                <a:solidFill>
                  <a:schemeClr val="tx1"/>
                </a:solidFill>
                <a:latin typeface="+mj-lt"/>
              </a:rPr>
              <a:t>UI </a:t>
            </a:r>
            <a:r>
              <a:rPr lang="he-IL" altLang="he-IL" b="1" dirty="0" err="1">
                <a:solidFill>
                  <a:schemeClr val="tx1"/>
                </a:solidFill>
                <a:latin typeface="+mj-lt"/>
              </a:rPr>
              <a:t>Freezing</a:t>
            </a:r>
            <a:r>
              <a:rPr lang="he-IL" altLang="he-IL" b="1" dirty="0">
                <a:solidFill>
                  <a:schemeClr val="tx1"/>
                </a:solidFill>
                <a:latin typeface="+mj-lt"/>
              </a:rPr>
              <a:t>:</a:t>
            </a:r>
            <a:r>
              <a:rPr lang="he-IL" altLang="he-IL" dirty="0">
                <a:solidFill>
                  <a:schemeClr val="tx1"/>
                </a:solidFill>
                <a:latin typeface="+mj-lt"/>
              </a:rPr>
              <a:t> </a:t>
            </a:r>
            <a:r>
              <a:rPr lang="he-IL" altLang="he-IL" dirty="0" err="1">
                <a:solidFill>
                  <a:schemeClr val="tx1"/>
                </a:solidFill>
                <a:latin typeface="+mj-lt"/>
              </a:rPr>
              <a:t>Eliminated</a:t>
            </a:r>
            <a:r>
              <a:rPr lang="he-IL" altLang="he-IL" dirty="0">
                <a:solidFill>
                  <a:schemeClr val="tx1"/>
                </a:solidFill>
                <a:latin typeface="+mj-lt"/>
              </a:rPr>
              <a:t> GUI </a:t>
            </a:r>
            <a:r>
              <a:rPr lang="he-IL" altLang="he-IL" dirty="0" err="1">
                <a:solidFill>
                  <a:schemeClr val="tx1"/>
                </a:solidFill>
                <a:latin typeface="+mj-lt"/>
              </a:rPr>
              <a:t>blocking</a:t>
            </a:r>
            <a:r>
              <a:rPr lang="he-IL" altLang="he-IL" dirty="0">
                <a:solidFill>
                  <a:schemeClr val="tx1"/>
                </a:solidFill>
                <a:latin typeface="+mj-lt"/>
              </a:rPr>
              <a:t> </a:t>
            </a:r>
            <a:r>
              <a:rPr lang="he-IL" altLang="he-IL" dirty="0" err="1">
                <a:solidFill>
                  <a:schemeClr val="tx1"/>
                </a:solidFill>
                <a:latin typeface="+mj-lt"/>
              </a:rPr>
              <a:t>during</a:t>
            </a:r>
            <a:r>
              <a:rPr lang="he-IL" altLang="he-IL" dirty="0">
                <a:solidFill>
                  <a:schemeClr val="tx1"/>
                </a:solidFill>
                <a:latin typeface="+mj-lt"/>
              </a:rPr>
              <a:t> </a:t>
            </a:r>
            <a:r>
              <a:rPr lang="he-IL" altLang="he-IL" dirty="0" err="1">
                <a:solidFill>
                  <a:schemeClr val="tx1"/>
                </a:solidFill>
                <a:latin typeface="+mj-lt"/>
              </a:rPr>
              <a:t>video</a:t>
            </a:r>
            <a:r>
              <a:rPr lang="he-IL" altLang="he-IL" dirty="0">
                <a:solidFill>
                  <a:schemeClr val="tx1"/>
                </a:solidFill>
                <a:latin typeface="+mj-lt"/>
              </a:rPr>
              <a:t> </a:t>
            </a:r>
            <a:r>
              <a:rPr lang="he-IL" altLang="he-IL" dirty="0" err="1">
                <a:solidFill>
                  <a:schemeClr val="tx1"/>
                </a:solidFill>
                <a:latin typeface="+mj-lt"/>
              </a:rPr>
              <a:t>rendering</a:t>
            </a:r>
            <a:r>
              <a:rPr lang="he-IL" altLang="he-IL" dirty="0">
                <a:solidFill>
                  <a:schemeClr val="tx1"/>
                </a:solidFill>
                <a:latin typeface="+mj-lt"/>
              </a:rPr>
              <a:t> </a:t>
            </a:r>
            <a:r>
              <a:rPr lang="he-IL" altLang="he-IL" dirty="0" err="1">
                <a:solidFill>
                  <a:schemeClr val="tx1"/>
                </a:solidFill>
                <a:latin typeface="+mj-lt"/>
              </a:rPr>
              <a:t>usin</a:t>
            </a:r>
            <a:r>
              <a:rPr lang="en-US" altLang="he-IL" dirty="0">
                <a:solidFill>
                  <a:schemeClr val="tx1"/>
                </a:solidFill>
                <a:latin typeface="+mj-lt"/>
              </a:rPr>
              <a:t>g </a:t>
            </a:r>
            <a:r>
              <a:rPr lang="en-US" altLang="he-IL" dirty="0" err="1">
                <a:solidFill>
                  <a:schemeClr val="tx1"/>
                </a:solidFill>
                <a:latin typeface="+mj-lt"/>
              </a:rPr>
              <a:t>Qthread</a:t>
            </a:r>
            <a:endParaRPr lang="en-US" altLang="he-IL" dirty="0">
              <a:solidFill>
                <a:schemeClr val="tx1"/>
              </a:solidFill>
              <a:latin typeface="+mj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he-IL" dirty="0">
              <a:solidFill>
                <a:schemeClr val="tx1"/>
              </a:solidFill>
              <a:latin typeface="+mj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he-IL" altLang="he-IL" sz="100" dirty="0">
                <a:solidFill>
                  <a:schemeClr val="tx1"/>
                </a:solidFill>
                <a:latin typeface="+mj-lt"/>
              </a:rPr>
              <a:t>.</a:t>
            </a:r>
            <a:endParaRPr lang="he-IL" altLang="he-IL" dirty="0">
              <a:solidFill>
                <a:schemeClr val="tx1"/>
              </a:solidFill>
              <a:latin typeface="+mj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he-IL" altLang="he-IL" b="1" dirty="0" err="1">
                <a:solidFill>
                  <a:schemeClr val="tx1"/>
                </a:solidFill>
                <a:latin typeface="+mj-lt"/>
              </a:rPr>
              <a:t>Costs</a:t>
            </a:r>
            <a:r>
              <a:rPr lang="he-IL" altLang="he-IL" b="1" dirty="0">
                <a:solidFill>
                  <a:schemeClr val="tx1"/>
                </a:solidFill>
                <a:latin typeface="+mj-lt"/>
              </a:rPr>
              <a:t> &amp; </a:t>
            </a:r>
            <a:r>
              <a:rPr lang="he-IL" altLang="he-IL" b="1" dirty="0" err="1">
                <a:solidFill>
                  <a:schemeClr val="tx1"/>
                </a:solidFill>
                <a:latin typeface="+mj-lt"/>
              </a:rPr>
              <a:t>Memory</a:t>
            </a:r>
            <a:r>
              <a:rPr lang="he-IL" altLang="he-IL" b="1" dirty="0">
                <a:solidFill>
                  <a:schemeClr val="tx1"/>
                </a:solidFill>
                <a:latin typeface="+mj-lt"/>
              </a:rPr>
              <a:t>:</a:t>
            </a:r>
            <a:r>
              <a:rPr lang="he-IL" altLang="he-IL" dirty="0">
                <a:solidFill>
                  <a:schemeClr val="tx1"/>
                </a:solidFill>
                <a:latin typeface="+mj-lt"/>
              </a:rPr>
              <a:t> </a:t>
            </a:r>
            <a:r>
              <a:rPr lang="he-IL" altLang="he-IL" dirty="0" err="1">
                <a:solidFill>
                  <a:schemeClr val="tx1"/>
                </a:solidFill>
                <a:latin typeface="+mj-lt"/>
              </a:rPr>
              <a:t>Managed</a:t>
            </a:r>
            <a:r>
              <a:rPr lang="he-IL" altLang="he-IL" dirty="0">
                <a:solidFill>
                  <a:schemeClr val="tx1"/>
                </a:solidFill>
                <a:latin typeface="+mj-lt"/>
              </a:rPr>
              <a:t> </a:t>
            </a:r>
            <a:r>
              <a:rPr lang="he-IL" altLang="he-IL" dirty="0" err="1">
                <a:solidFill>
                  <a:schemeClr val="tx1"/>
                </a:solidFill>
                <a:latin typeface="+mj-lt"/>
              </a:rPr>
              <a:t>token</a:t>
            </a:r>
            <a:r>
              <a:rPr lang="he-IL" altLang="he-IL" dirty="0">
                <a:solidFill>
                  <a:schemeClr val="tx1"/>
                </a:solidFill>
                <a:latin typeface="+mj-lt"/>
              </a:rPr>
              <a:t> </a:t>
            </a:r>
            <a:r>
              <a:rPr lang="he-IL" altLang="he-IL" dirty="0" err="1">
                <a:solidFill>
                  <a:schemeClr val="tx1"/>
                </a:solidFill>
                <a:latin typeface="+mj-lt"/>
              </a:rPr>
              <a:t>limits</a:t>
            </a:r>
            <a:r>
              <a:rPr lang="he-IL" altLang="he-IL" dirty="0">
                <a:solidFill>
                  <a:schemeClr val="tx1"/>
                </a:solidFill>
                <a:latin typeface="+mj-lt"/>
              </a:rPr>
              <a:t> </a:t>
            </a:r>
            <a:r>
              <a:rPr lang="he-IL" altLang="he-IL" dirty="0" err="1">
                <a:solidFill>
                  <a:schemeClr val="tx1"/>
                </a:solidFill>
                <a:latin typeface="+mj-lt"/>
              </a:rPr>
              <a:t>and</a:t>
            </a:r>
            <a:r>
              <a:rPr lang="he-IL" altLang="he-IL" dirty="0">
                <a:solidFill>
                  <a:schemeClr val="tx1"/>
                </a:solidFill>
                <a:latin typeface="+mj-lt"/>
              </a:rPr>
              <a:t> KIE.ai </a:t>
            </a:r>
            <a:r>
              <a:rPr lang="he-IL" altLang="he-IL" dirty="0" err="1">
                <a:solidFill>
                  <a:schemeClr val="tx1"/>
                </a:solidFill>
                <a:latin typeface="+mj-lt"/>
              </a:rPr>
              <a:t>budgets</a:t>
            </a:r>
            <a:r>
              <a:rPr lang="he-IL" altLang="he-IL" dirty="0">
                <a:solidFill>
                  <a:schemeClr val="tx1"/>
                </a:solidFill>
                <a:latin typeface="+mj-lt"/>
              </a:rPr>
              <a:t> </a:t>
            </a:r>
            <a:r>
              <a:rPr lang="he-IL" altLang="he-IL" dirty="0" err="1">
                <a:solidFill>
                  <a:schemeClr val="tx1"/>
                </a:solidFill>
                <a:latin typeface="+mj-lt"/>
              </a:rPr>
              <a:t>via</a:t>
            </a:r>
            <a:r>
              <a:rPr lang="he-IL" altLang="he-IL" dirty="0">
                <a:solidFill>
                  <a:schemeClr val="tx1"/>
                </a:solidFill>
                <a:latin typeface="+mj-lt"/>
              </a:rPr>
              <a:t> a</a:t>
            </a:r>
            <a:r>
              <a:rPr lang="en-US" altLang="he-IL" dirty="0">
                <a:solidFill>
                  <a:schemeClr val="tx1"/>
                </a:solidFill>
                <a:latin typeface="+mj-lt"/>
              </a:rPr>
              <a:t> MOCK</a:t>
            </a:r>
            <a:endParaRPr lang="he-IL" altLang="he-IL" dirty="0">
              <a:solidFill>
                <a:schemeClr val="tx1"/>
              </a:solidFill>
              <a:latin typeface="+mj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he-IL" altLang="he-IL" dirty="0">
              <a:solidFill>
                <a:schemeClr val="tx1"/>
              </a:solidFill>
              <a:latin typeface="+mj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he-IL" altLang="he-IL" b="1" dirty="0" err="1">
                <a:solidFill>
                  <a:schemeClr val="tx1"/>
                </a:solidFill>
                <a:latin typeface="+mj-lt"/>
              </a:rPr>
              <a:t>Deployment</a:t>
            </a:r>
            <a:r>
              <a:rPr lang="he-IL" altLang="he-IL" b="1" dirty="0">
                <a:solidFill>
                  <a:schemeClr val="tx1"/>
                </a:solidFill>
                <a:latin typeface="+mj-lt"/>
              </a:rPr>
              <a:t> </a:t>
            </a:r>
            <a:r>
              <a:rPr lang="he-IL" altLang="he-IL" b="1" dirty="0" err="1">
                <a:solidFill>
                  <a:schemeClr val="tx1"/>
                </a:solidFill>
                <a:latin typeface="+mj-lt"/>
              </a:rPr>
              <a:t>Dependencies</a:t>
            </a:r>
            <a:r>
              <a:rPr lang="he-IL" altLang="he-IL" b="1" dirty="0">
                <a:solidFill>
                  <a:schemeClr val="tx1"/>
                </a:solidFill>
                <a:latin typeface="+mj-lt"/>
              </a:rPr>
              <a:t>:</a:t>
            </a:r>
            <a:r>
              <a:rPr lang="he-IL" altLang="he-IL" dirty="0">
                <a:solidFill>
                  <a:schemeClr val="tx1"/>
                </a:solidFill>
                <a:latin typeface="+mj-lt"/>
              </a:rPr>
              <a:t> </a:t>
            </a:r>
            <a:r>
              <a:rPr lang="he-IL" altLang="he-IL" dirty="0" err="1">
                <a:solidFill>
                  <a:schemeClr val="tx1"/>
                </a:solidFill>
                <a:latin typeface="+mj-lt"/>
              </a:rPr>
              <a:t>Built</a:t>
            </a:r>
            <a:r>
              <a:rPr lang="he-IL" altLang="he-IL" dirty="0">
                <a:solidFill>
                  <a:schemeClr val="tx1"/>
                </a:solidFill>
                <a:latin typeface="+mj-lt"/>
              </a:rPr>
              <a:t> a "</a:t>
            </a:r>
            <a:r>
              <a:rPr lang="he-IL" altLang="he-IL" dirty="0" err="1">
                <a:solidFill>
                  <a:schemeClr val="tx1"/>
                </a:solidFill>
                <a:latin typeface="+mj-lt"/>
              </a:rPr>
              <a:t>Hybrid</a:t>
            </a:r>
            <a:r>
              <a:rPr lang="he-IL" altLang="he-IL" dirty="0">
                <a:solidFill>
                  <a:schemeClr val="tx1"/>
                </a:solidFill>
                <a:latin typeface="+mj-lt"/>
              </a:rPr>
              <a:t> </a:t>
            </a:r>
            <a:r>
              <a:rPr lang="he-IL" altLang="he-IL" dirty="0" err="1">
                <a:solidFill>
                  <a:schemeClr val="tx1"/>
                </a:solidFill>
                <a:latin typeface="+mj-lt"/>
              </a:rPr>
              <a:t>Server</a:t>
            </a:r>
            <a:r>
              <a:rPr lang="he-IL" altLang="he-IL" dirty="0">
                <a:solidFill>
                  <a:schemeClr val="tx1"/>
                </a:solidFill>
                <a:latin typeface="+mj-lt"/>
              </a:rPr>
              <a:t> </a:t>
            </a:r>
            <a:r>
              <a:rPr lang="he-IL" altLang="he-IL" dirty="0" err="1">
                <a:solidFill>
                  <a:schemeClr val="tx1"/>
                </a:solidFill>
                <a:latin typeface="+mj-lt"/>
              </a:rPr>
              <a:t>Orchestration</a:t>
            </a:r>
            <a:r>
              <a:rPr lang="he-IL" altLang="he-IL" dirty="0">
                <a:solidFill>
                  <a:schemeClr val="tx1"/>
                </a:solidFill>
                <a:latin typeface="+mj-lt"/>
              </a:rPr>
              <a:t>" </a:t>
            </a:r>
            <a:r>
              <a:rPr lang="he-IL" altLang="he-IL" dirty="0" err="1">
                <a:solidFill>
                  <a:schemeClr val="tx1"/>
                </a:solidFill>
                <a:latin typeface="+mj-lt"/>
              </a:rPr>
              <a:t>fallback</a:t>
            </a:r>
            <a:r>
              <a:rPr lang="he-IL" altLang="he-IL" dirty="0">
                <a:solidFill>
                  <a:schemeClr val="tx1"/>
                </a:solidFill>
                <a:latin typeface="+mj-lt"/>
              </a:rPr>
              <a:t> </a:t>
            </a:r>
            <a:r>
              <a:rPr lang="he-IL" altLang="he-IL" dirty="0" err="1">
                <a:solidFill>
                  <a:schemeClr val="tx1"/>
                </a:solidFill>
                <a:latin typeface="+mj-lt"/>
              </a:rPr>
              <a:t>for</a:t>
            </a:r>
            <a:r>
              <a:rPr lang="he-IL" altLang="he-IL" dirty="0">
                <a:solidFill>
                  <a:schemeClr val="tx1"/>
                </a:solidFill>
                <a:latin typeface="+mj-lt"/>
              </a:rPr>
              <a:t> </a:t>
            </a:r>
            <a:r>
              <a:rPr lang="he-IL" altLang="he-IL" dirty="0" err="1">
                <a:solidFill>
                  <a:schemeClr val="tx1"/>
                </a:solidFill>
                <a:latin typeface="+mj-lt"/>
              </a:rPr>
              <a:t>host</a:t>
            </a:r>
            <a:r>
              <a:rPr lang="he-IL" altLang="he-IL" dirty="0">
                <a:solidFill>
                  <a:schemeClr val="tx1"/>
                </a:solidFill>
                <a:latin typeface="+mj-lt"/>
              </a:rPr>
              <a:t> </a:t>
            </a:r>
            <a:r>
              <a:rPr lang="he-IL" altLang="he-IL" dirty="0" err="1">
                <a:solidFill>
                  <a:schemeClr val="tx1"/>
                </a:solidFill>
                <a:latin typeface="+mj-lt"/>
              </a:rPr>
              <a:t>machines</a:t>
            </a:r>
            <a:r>
              <a:rPr lang="he-IL" altLang="he-IL" dirty="0">
                <a:solidFill>
                  <a:schemeClr val="tx1"/>
                </a:solidFill>
                <a:latin typeface="+mj-lt"/>
              </a:rPr>
              <a:t> </a:t>
            </a:r>
            <a:r>
              <a:rPr lang="he-IL" altLang="he-IL" dirty="0" err="1">
                <a:solidFill>
                  <a:schemeClr val="tx1"/>
                </a:solidFill>
                <a:latin typeface="+mj-lt"/>
              </a:rPr>
              <a:t>without</a:t>
            </a:r>
            <a:r>
              <a:rPr lang="he-IL" altLang="he-IL" dirty="0">
                <a:solidFill>
                  <a:schemeClr val="tx1"/>
                </a:solidFill>
                <a:latin typeface="+mj-lt"/>
              </a:rPr>
              <a:t> </a:t>
            </a:r>
            <a:r>
              <a:rPr lang="he-IL" altLang="he-IL" dirty="0" err="1">
                <a:solidFill>
                  <a:schemeClr val="tx1"/>
                </a:solidFill>
                <a:latin typeface="+mj-lt"/>
              </a:rPr>
              <a:t>Docker</a:t>
            </a:r>
            <a:r>
              <a:rPr lang="he-IL" altLang="he-IL" dirty="0">
                <a:solidFill>
                  <a:schemeClr val="tx1"/>
                </a:solidFill>
                <a:latin typeface="+mj-lt"/>
              </a:rPr>
              <a:t>.</a:t>
            </a:r>
            <a:endParaRPr lang="en-US" altLang="he-IL" dirty="0">
              <a:solidFill>
                <a:schemeClr val="tx1"/>
              </a:solidFill>
              <a:latin typeface="+mj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he-IL" altLang="he-IL" dirty="0">
              <a:solidFill>
                <a:schemeClr val="tx1"/>
              </a:solidFill>
              <a:latin typeface="+mj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he-IL" altLang="he-IL" b="1" dirty="0" err="1">
                <a:solidFill>
                  <a:schemeClr val="tx1"/>
                </a:solidFill>
                <a:latin typeface="+mj-lt"/>
              </a:rPr>
              <a:t>Media</a:t>
            </a:r>
            <a:r>
              <a:rPr lang="he-IL" altLang="he-IL" b="1" dirty="0">
                <a:solidFill>
                  <a:schemeClr val="tx1"/>
                </a:solidFill>
                <a:latin typeface="+mj-lt"/>
              </a:rPr>
              <a:t> </a:t>
            </a:r>
            <a:r>
              <a:rPr lang="he-IL" altLang="he-IL" b="1" dirty="0" err="1">
                <a:solidFill>
                  <a:schemeClr val="tx1"/>
                </a:solidFill>
                <a:latin typeface="+mj-lt"/>
              </a:rPr>
              <a:t>Playback</a:t>
            </a:r>
            <a:r>
              <a:rPr lang="he-IL" altLang="he-IL" b="1" dirty="0">
                <a:solidFill>
                  <a:schemeClr val="tx1"/>
                </a:solidFill>
                <a:latin typeface="+mj-lt"/>
              </a:rPr>
              <a:t>:</a:t>
            </a:r>
            <a:r>
              <a:rPr lang="he-IL" altLang="he-IL" dirty="0">
                <a:solidFill>
                  <a:schemeClr val="tx1"/>
                </a:solidFill>
                <a:latin typeface="+mj-lt"/>
              </a:rPr>
              <a:t> </a:t>
            </a:r>
            <a:r>
              <a:rPr lang="he-IL" altLang="he-IL" dirty="0" err="1">
                <a:solidFill>
                  <a:schemeClr val="tx1"/>
                </a:solidFill>
                <a:latin typeface="+mj-lt"/>
              </a:rPr>
              <a:t>Replaced</a:t>
            </a:r>
            <a:r>
              <a:rPr lang="he-IL" altLang="he-IL" dirty="0">
                <a:solidFill>
                  <a:schemeClr val="tx1"/>
                </a:solidFill>
                <a:latin typeface="+mj-lt"/>
              </a:rPr>
              <a:t> </a:t>
            </a:r>
            <a:r>
              <a:rPr lang="he-IL" altLang="he-IL" dirty="0" err="1">
                <a:solidFill>
                  <a:schemeClr val="tx1"/>
                </a:solidFill>
                <a:latin typeface="+mj-lt"/>
              </a:rPr>
              <a:t>the</a:t>
            </a:r>
            <a:r>
              <a:rPr lang="he-IL" altLang="he-IL" dirty="0">
                <a:solidFill>
                  <a:schemeClr val="tx1"/>
                </a:solidFill>
                <a:latin typeface="+mj-lt"/>
              </a:rPr>
              <a:t> </a:t>
            </a:r>
            <a:r>
              <a:rPr lang="he-IL" altLang="he-IL" dirty="0" err="1">
                <a:solidFill>
                  <a:schemeClr val="tx1"/>
                </a:solidFill>
                <a:latin typeface="+mj-lt"/>
              </a:rPr>
              <a:t>failing</a:t>
            </a:r>
            <a:r>
              <a:rPr lang="he-IL" altLang="he-IL" dirty="0">
                <a:solidFill>
                  <a:schemeClr val="tx1"/>
                </a:solidFill>
                <a:latin typeface="+mj-lt"/>
              </a:rPr>
              <a:t> </a:t>
            </a:r>
            <a:r>
              <a:rPr lang="he-IL" altLang="he-IL" dirty="0" err="1">
                <a:solidFill>
                  <a:schemeClr val="tx1"/>
                </a:solidFill>
                <a:latin typeface="+mj-lt"/>
              </a:rPr>
              <a:t>native</a:t>
            </a:r>
            <a:r>
              <a:rPr lang="he-IL" altLang="he-IL" dirty="0">
                <a:solidFill>
                  <a:schemeClr val="tx1"/>
                </a:solidFill>
                <a:latin typeface="+mj-lt"/>
              </a:rPr>
              <a:t> </a:t>
            </a:r>
            <a:r>
              <a:rPr lang="he-IL" altLang="he-IL" dirty="0" err="1">
                <a:solidFill>
                  <a:schemeClr val="tx1"/>
                </a:solidFill>
                <a:latin typeface="+mj-lt"/>
              </a:rPr>
              <a:t>PyQt</a:t>
            </a:r>
            <a:r>
              <a:rPr lang="he-IL" altLang="he-IL" dirty="0">
                <a:solidFill>
                  <a:schemeClr val="tx1"/>
                </a:solidFill>
                <a:latin typeface="+mj-lt"/>
              </a:rPr>
              <a:t> </a:t>
            </a:r>
            <a:r>
              <a:rPr lang="he-IL" altLang="he-IL" dirty="0" err="1">
                <a:solidFill>
                  <a:schemeClr val="tx1"/>
                </a:solidFill>
                <a:latin typeface="+mj-lt"/>
              </a:rPr>
              <a:t>player</a:t>
            </a:r>
            <a:r>
              <a:rPr lang="he-IL" altLang="he-IL" dirty="0">
                <a:solidFill>
                  <a:schemeClr val="tx1"/>
                </a:solidFill>
                <a:latin typeface="+mj-lt"/>
              </a:rPr>
              <a:t> </a:t>
            </a:r>
            <a:r>
              <a:rPr lang="he-IL" altLang="he-IL" dirty="0" err="1">
                <a:solidFill>
                  <a:schemeClr val="tx1"/>
                </a:solidFill>
                <a:latin typeface="+mj-lt"/>
              </a:rPr>
              <a:t>by</a:t>
            </a:r>
            <a:r>
              <a:rPr lang="he-IL" altLang="he-IL" dirty="0">
                <a:solidFill>
                  <a:schemeClr val="tx1"/>
                </a:solidFill>
                <a:latin typeface="+mj-lt"/>
              </a:rPr>
              <a:t> </a:t>
            </a:r>
            <a:r>
              <a:rPr lang="he-IL" altLang="he-IL" dirty="0" err="1">
                <a:solidFill>
                  <a:schemeClr val="tx1"/>
                </a:solidFill>
                <a:latin typeface="+mj-lt"/>
              </a:rPr>
              <a:t>seamlessly</a:t>
            </a:r>
            <a:r>
              <a:rPr lang="he-IL" altLang="he-IL" dirty="0">
                <a:solidFill>
                  <a:schemeClr val="tx1"/>
                </a:solidFill>
                <a:latin typeface="+mj-lt"/>
              </a:rPr>
              <a:t> </a:t>
            </a:r>
            <a:r>
              <a:rPr lang="he-IL" altLang="he-IL" dirty="0" err="1">
                <a:solidFill>
                  <a:schemeClr val="tx1"/>
                </a:solidFill>
                <a:latin typeface="+mj-lt"/>
              </a:rPr>
              <a:t>embedding</a:t>
            </a:r>
            <a:r>
              <a:rPr lang="he-IL" altLang="he-IL" dirty="0">
                <a:solidFill>
                  <a:schemeClr val="tx1"/>
                </a:solidFill>
                <a:latin typeface="+mj-lt"/>
              </a:rPr>
              <a:t> VLC </a:t>
            </a:r>
            <a:endParaRPr lang="en-US" altLang="he-IL" dirty="0">
              <a:solidFill>
                <a:schemeClr val="tx1"/>
              </a:solidFill>
              <a:latin typeface="+mj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he-IL" b="1" dirty="0">
              <a:solidFill>
                <a:schemeClr val="tx1"/>
              </a:solidFill>
              <a:latin typeface="+mj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he-IL" altLang="he-IL" b="1" dirty="0">
                <a:solidFill>
                  <a:schemeClr val="tx1"/>
                </a:solidFill>
                <a:latin typeface="+mj-lt"/>
              </a:rPr>
              <a:t>AI API </a:t>
            </a:r>
            <a:r>
              <a:rPr lang="he-IL" altLang="he-IL" b="1" dirty="0" err="1">
                <a:solidFill>
                  <a:schemeClr val="tx1"/>
                </a:solidFill>
                <a:latin typeface="+mj-lt"/>
              </a:rPr>
              <a:t>Sourcing</a:t>
            </a:r>
            <a:r>
              <a:rPr lang="he-IL" altLang="he-IL" b="1" dirty="0">
                <a:solidFill>
                  <a:schemeClr val="tx1"/>
                </a:solidFill>
                <a:latin typeface="+mj-lt"/>
              </a:rPr>
              <a:t>:</a:t>
            </a:r>
            <a:r>
              <a:rPr lang="he-IL" altLang="he-IL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dirty="0">
                <a:latin typeface="+mj-lt"/>
              </a:rPr>
              <a:t>Tested multiple AI video tools before successfully integrating the KIE.ai APi</a:t>
            </a:r>
            <a:endParaRPr lang="he-IL" altLang="he-IL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49" name="Google Shape;249;p35"/>
          <p:cNvCxnSpPr>
            <a:stCxn id="243" idx="3"/>
            <a:endCxn id="244" idx="1"/>
          </p:cNvCxnSpPr>
          <p:nvPr/>
        </p:nvCxnSpPr>
        <p:spPr>
          <a:xfrm>
            <a:off x="2621182" y="4492399"/>
            <a:ext cx="683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50" name="Google Shape;250;p35"/>
          <p:cNvCxnSpPr>
            <a:stCxn id="244" idx="3"/>
            <a:endCxn id="245" idx="1"/>
          </p:cNvCxnSpPr>
          <p:nvPr/>
        </p:nvCxnSpPr>
        <p:spPr>
          <a:xfrm>
            <a:off x="4191895" y="4492399"/>
            <a:ext cx="683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51" name="Google Shape;251;p35"/>
          <p:cNvCxnSpPr>
            <a:stCxn id="245" idx="3"/>
            <a:endCxn id="246" idx="1"/>
          </p:cNvCxnSpPr>
          <p:nvPr/>
        </p:nvCxnSpPr>
        <p:spPr>
          <a:xfrm>
            <a:off x="5762607" y="4492399"/>
            <a:ext cx="683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252" name="Google Shape;252;p35"/>
          <p:cNvGrpSpPr/>
          <p:nvPr/>
        </p:nvGrpSpPr>
        <p:grpSpPr>
          <a:xfrm>
            <a:off x="3538818" y="4297401"/>
            <a:ext cx="419134" cy="389978"/>
            <a:chOff x="6099375" y="2456075"/>
            <a:chExt cx="337684" cy="314194"/>
          </a:xfrm>
        </p:grpSpPr>
        <p:sp>
          <p:nvSpPr>
            <p:cNvPr id="253" name="Google Shape;253;p35"/>
            <p:cNvSpPr/>
            <p:nvPr/>
          </p:nvSpPr>
          <p:spPr>
            <a:xfrm>
              <a:off x="6099375" y="2456075"/>
              <a:ext cx="337684" cy="314194"/>
            </a:xfrm>
            <a:custGeom>
              <a:avLst/>
              <a:gdLst/>
              <a:ahLst/>
              <a:cxnLst/>
              <a:rect l="l" t="t" r="r" b="b"/>
              <a:pathLst>
                <a:path w="10609" h="9871" extrusionOk="0">
                  <a:moveTo>
                    <a:pt x="322" y="5025"/>
                  </a:moveTo>
                  <a:cubicBezTo>
                    <a:pt x="536" y="5227"/>
                    <a:pt x="857" y="5418"/>
                    <a:pt x="1274" y="5585"/>
                  </a:cubicBezTo>
                  <a:cubicBezTo>
                    <a:pt x="2048" y="5882"/>
                    <a:pt x="3060" y="6049"/>
                    <a:pt x="4143" y="6049"/>
                  </a:cubicBezTo>
                  <a:lnTo>
                    <a:pt x="4417" y="6049"/>
                  </a:lnTo>
                  <a:cubicBezTo>
                    <a:pt x="4429" y="6061"/>
                    <a:pt x="4465" y="6073"/>
                    <a:pt x="4477" y="6097"/>
                  </a:cubicBezTo>
                  <a:lnTo>
                    <a:pt x="4905" y="6347"/>
                  </a:lnTo>
                  <a:cubicBezTo>
                    <a:pt x="4894" y="6466"/>
                    <a:pt x="4882" y="6585"/>
                    <a:pt x="4882" y="6692"/>
                  </a:cubicBezTo>
                  <a:cubicBezTo>
                    <a:pt x="4882" y="6811"/>
                    <a:pt x="4894" y="6930"/>
                    <a:pt x="4905" y="7025"/>
                  </a:cubicBezTo>
                  <a:lnTo>
                    <a:pt x="4477" y="7287"/>
                  </a:lnTo>
                  <a:cubicBezTo>
                    <a:pt x="4405" y="7323"/>
                    <a:pt x="4358" y="7382"/>
                    <a:pt x="4346" y="7466"/>
                  </a:cubicBezTo>
                  <a:cubicBezTo>
                    <a:pt x="4322" y="7537"/>
                    <a:pt x="4322" y="7609"/>
                    <a:pt x="4370" y="7680"/>
                  </a:cubicBezTo>
                  <a:lnTo>
                    <a:pt x="4608" y="8085"/>
                  </a:lnTo>
                  <a:cubicBezTo>
                    <a:pt x="4564" y="8081"/>
                    <a:pt x="4517" y="8080"/>
                    <a:pt x="4467" y="8080"/>
                  </a:cubicBezTo>
                  <a:cubicBezTo>
                    <a:pt x="4368" y="8080"/>
                    <a:pt x="4263" y="8085"/>
                    <a:pt x="4167" y="8085"/>
                  </a:cubicBezTo>
                  <a:cubicBezTo>
                    <a:pt x="3120" y="8085"/>
                    <a:pt x="2143" y="7942"/>
                    <a:pt x="1393" y="7656"/>
                  </a:cubicBezTo>
                  <a:cubicBezTo>
                    <a:pt x="714" y="7406"/>
                    <a:pt x="322" y="7061"/>
                    <a:pt x="322" y="6728"/>
                  </a:cubicBezTo>
                  <a:lnTo>
                    <a:pt x="322" y="5025"/>
                  </a:lnTo>
                  <a:close/>
                  <a:moveTo>
                    <a:pt x="4132" y="1"/>
                  </a:moveTo>
                  <a:cubicBezTo>
                    <a:pt x="3048" y="1"/>
                    <a:pt x="2036" y="167"/>
                    <a:pt x="1262" y="465"/>
                  </a:cubicBezTo>
                  <a:cubicBezTo>
                    <a:pt x="441" y="774"/>
                    <a:pt x="0" y="1215"/>
                    <a:pt x="0" y="1691"/>
                  </a:cubicBezTo>
                  <a:lnTo>
                    <a:pt x="0" y="6751"/>
                  </a:lnTo>
                  <a:cubicBezTo>
                    <a:pt x="0" y="7228"/>
                    <a:pt x="441" y="7656"/>
                    <a:pt x="1262" y="7966"/>
                  </a:cubicBezTo>
                  <a:cubicBezTo>
                    <a:pt x="2036" y="8264"/>
                    <a:pt x="3048" y="8430"/>
                    <a:pt x="4132" y="8430"/>
                  </a:cubicBezTo>
                  <a:cubicBezTo>
                    <a:pt x="4346" y="8430"/>
                    <a:pt x="4548" y="8430"/>
                    <a:pt x="4763" y="8418"/>
                  </a:cubicBezTo>
                  <a:lnTo>
                    <a:pt x="5025" y="8871"/>
                  </a:lnTo>
                  <a:cubicBezTo>
                    <a:pt x="5072" y="8954"/>
                    <a:pt x="5132" y="8990"/>
                    <a:pt x="5203" y="9014"/>
                  </a:cubicBezTo>
                  <a:cubicBezTo>
                    <a:pt x="5227" y="9018"/>
                    <a:pt x="5252" y="9020"/>
                    <a:pt x="5278" y="9020"/>
                  </a:cubicBezTo>
                  <a:cubicBezTo>
                    <a:pt x="5329" y="9020"/>
                    <a:pt x="5382" y="9010"/>
                    <a:pt x="5429" y="8978"/>
                  </a:cubicBezTo>
                  <a:lnTo>
                    <a:pt x="5858" y="8728"/>
                  </a:lnTo>
                  <a:cubicBezTo>
                    <a:pt x="6037" y="8871"/>
                    <a:pt x="6251" y="8990"/>
                    <a:pt x="6465" y="9085"/>
                  </a:cubicBezTo>
                  <a:lnTo>
                    <a:pt x="6465" y="9573"/>
                  </a:lnTo>
                  <a:cubicBezTo>
                    <a:pt x="6465" y="9740"/>
                    <a:pt x="6608" y="9871"/>
                    <a:pt x="6763" y="9871"/>
                  </a:cubicBezTo>
                  <a:lnTo>
                    <a:pt x="8108" y="9871"/>
                  </a:lnTo>
                  <a:cubicBezTo>
                    <a:pt x="8275" y="9871"/>
                    <a:pt x="8406" y="9740"/>
                    <a:pt x="8406" y="9573"/>
                  </a:cubicBezTo>
                  <a:lnTo>
                    <a:pt x="8406" y="9085"/>
                  </a:lnTo>
                  <a:cubicBezTo>
                    <a:pt x="8632" y="8990"/>
                    <a:pt x="8823" y="8871"/>
                    <a:pt x="9013" y="8728"/>
                  </a:cubicBezTo>
                  <a:lnTo>
                    <a:pt x="9442" y="8978"/>
                  </a:lnTo>
                  <a:cubicBezTo>
                    <a:pt x="9497" y="9010"/>
                    <a:pt x="9548" y="9020"/>
                    <a:pt x="9596" y="9020"/>
                  </a:cubicBezTo>
                  <a:cubicBezTo>
                    <a:pt x="9620" y="9020"/>
                    <a:pt x="9644" y="9018"/>
                    <a:pt x="9668" y="9014"/>
                  </a:cubicBezTo>
                  <a:cubicBezTo>
                    <a:pt x="9739" y="8990"/>
                    <a:pt x="9799" y="8930"/>
                    <a:pt x="9847" y="8871"/>
                  </a:cubicBezTo>
                  <a:lnTo>
                    <a:pt x="10513" y="7716"/>
                  </a:lnTo>
                  <a:cubicBezTo>
                    <a:pt x="10561" y="7597"/>
                    <a:pt x="10561" y="7525"/>
                    <a:pt x="10549" y="7442"/>
                  </a:cubicBezTo>
                  <a:cubicBezTo>
                    <a:pt x="10537" y="7371"/>
                    <a:pt x="10478" y="7311"/>
                    <a:pt x="10406" y="7263"/>
                  </a:cubicBezTo>
                  <a:lnTo>
                    <a:pt x="9978" y="7013"/>
                  </a:lnTo>
                  <a:cubicBezTo>
                    <a:pt x="9989" y="6894"/>
                    <a:pt x="10013" y="6775"/>
                    <a:pt x="10013" y="6668"/>
                  </a:cubicBezTo>
                  <a:cubicBezTo>
                    <a:pt x="10013" y="6549"/>
                    <a:pt x="10001" y="6430"/>
                    <a:pt x="9978" y="6335"/>
                  </a:cubicBezTo>
                  <a:lnTo>
                    <a:pt x="10406" y="6073"/>
                  </a:lnTo>
                  <a:cubicBezTo>
                    <a:pt x="10549" y="6001"/>
                    <a:pt x="10609" y="5823"/>
                    <a:pt x="10513" y="5680"/>
                  </a:cubicBezTo>
                  <a:lnTo>
                    <a:pt x="10311" y="5323"/>
                  </a:lnTo>
                  <a:cubicBezTo>
                    <a:pt x="10280" y="5268"/>
                    <a:pt x="10228" y="5239"/>
                    <a:pt x="10176" y="5239"/>
                  </a:cubicBezTo>
                  <a:cubicBezTo>
                    <a:pt x="10148" y="5239"/>
                    <a:pt x="10121" y="5247"/>
                    <a:pt x="10097" y="5263"/>
                  </a:cubicBezTo>
                  <a:cubicBezTo>
                    <a:pt x="10025" y="5299"/>
                    <a:pt x="9989" y="5394"/>
                    <a:pt x="10037" y="5466"/>
                  </a:cubicBezTo>
                  <a:lnTo>
                    <a:pt x="10228" y="5811"/>
                  </a:lnTo>
                  <a:lnTo>
                    <a:pt x="9727" y="6108"/>
                  </a:lnTo>
                  <a:cubicBezTo>
                    <a:pt x="9668" y="6132"/>
                    <a:pt x="9632" y="6216"/>
                    <a:pt x="9656" y="6275"/>
                  </a:cubicBezTo>
                  <a:cubicBezTo>
                    <a:pt x="9680" y="6406"/>
                    <a:pt x="9680" y="6537"/>
                    <a:pt x="9680" y="6668"/>
                  </a:cubicBezTo>
                  <a:cubicBezTo>
                    <a:pt x="9680" y="6811"/>
                    <a:pt x="9668" y="6942"/>
                    <a:pt x="9656" y="7073"/>
                  </a:cubicBezTo>
                  <a:cubicBezTo>
                    <a:pt x="9632" y="7132"/>
                    <a:pt x="9668" y="7204"/>
                    <a:pt x="9727" y="7240"/>
                  </a:cubicBezTo>
                  <a:lnTo>
                    <a:pt x="10228" y="7537"/>
                  </a:lnTo>
                  <a:lnTo>
                    <a:pt x="9573" y="8668"/>
                  </a:lnTo>
                  <a:lnTo>
                    <a:pt x="9073" y="8371"/>
                  </a:lnTo>
                  <a:cubicBezTo>
                    <a:pt x="9045" y="8354"/>
                    <a:pt x="9015" y="8345"/>
                    <a:pt x="8986" y="8345"/>
                  </a:cubicBezTo>
                  <a:cubicBezTo>
                    <a:pt x="8952" y="8345"/>
                    <a:pt x="8920" y="8357"/>
                    <a:pt x="8894" y="8383"/>
                  </a:cubicBezTo>
                  <a:cubicBezTo>
                    <a:pt x="8680" y="8561"/>
                    <a:pt x="8442" y="8692"/>
                    <a:pt x="8192" y="8787"/>
                  </a:cubicBezTo>
                  <a:cubicBezTo>
                    <a:pt x="8132" y="8799"/>
                    <a:pt x="8084" y="8859"/>
                    <a:pt x="8084" y="8930"/>
                  </a:cubicBezTo>
                  <a:lnTo>
                    <a:pt x="8084" y="9514"/>
                  </a:lnTo>
                  <a:lnTo>
                    <a:pt x="6775" y="9514"/>
                  </a:lnTo>
                  <a:lnTo>
                    <a:pt x="6775" y="8930"/>
                  </a:lnTo>
                  <a:cubicBezTo>
                    <a:pt x="6775" y="8871"/>
                    <a:pt x="6739" y="8811"/>
                    <a:pt x="6679" y="8787"/>
                  </a:cubicBezTo>
                  <a:cubicBezTo>
                    <a:pt x="6418" y="8692"/>
                    <a:pt x="6179" y="8561"/>
                    <a:pt x="5977" y="8383"/>
                  </a:cubicBezTo>
                  <a:cubicBezTo>
                    <a:pt x="5951" y="8357"/>
                    <a:pt x="5919" y="8345"/>
                    <a:pt x="5885" y="8345"/>
                  </a:cubicBezTo>
                  <a:cubicBezTo>
                    <a:pt x="5856" y="8345"/>
                    <a:pt x="5826" y="8354"/>
                    <a:pt x="5798" y="8371"/>
                  </a:cubicBezTo>
                  <a:lnTo>
                    <a:pt x="5286" y="8668"/>
                  </a:lnTo>
                  <a:lnTo>
                    <a:pt x="4632" y="7537"/>
                  </a:lnTo>
                  <a:lnTo>
                    <a:pt x="5144" y="7240"/>
                  </a:lnTo>
                  <a:cubicBezTo>
                    <a:pt x="5203" y="7204"/>
                    <a:pt x="5227" y="7132"/>
                    <a:pt x="5215" y="7073"/>
                  </a:cubicBezTo>
                  <a:cubicBezTo>
                    <a:pt x="5191" y="6942"/>
                    <a:pt x="5191" y="6811"/>
                    <a:pt x="5191" y="6668"/>
                  </a:cubicBezTo>
                  <a:cubicBezTo>
                    <a:pt x="5191" y="6537"/>
                    <a:pt x="5203" y="6406"/>
                    <a:pt x="5215" y="6275"/>
                  </a:cubicBezTo>
                  <a:cubicBezTo>
                    <a:pt x="5227" y="6216"/>
                    <a:pt x="5203" y="6132"/>
                    <a:pt x="5144" y="6108"/>
                  </a:cubicBezTo>
                  <a:lnTo>
                    <a:pt x="4632" y="5811"/>
                  </a:lnTo>
                  <a:lnTo>
                    <a:pt x="5286" y="4680"/>
                  </a:lnTo>
                  <a:lnTo>
                    <a:pt x="5798" y="4977"/>
                  </a:lnTo>
                  <a:cubicBezTo>
                    <a:pt x="5825" y="4988"/>
                    <a:pt x="5854" y="4994"/>
                    <a:pt x="5883" y="4994"/>
                  </a:cubicBezTo>
                  <a:cubicBezTo>
                    <a:pt x="5917" y="4994"/>
                    <a:pt x="5951" y="4985"/>
                    <a:pt x="5977" y="4965"/>
                  </a:cubicBezTo>
                  <a:cubicBezTo>
                    <a:pt x="6179" y="4787"/>
                    <a:pt x="6418" y="4644"/>
                    <a:pt x="6679" y="4561"/>
                  </a:cubicBezTo>
                  <a:cubicBezTo>
                    <a:pt x="6739" y="4549"/>
                    <a:pt x="6775" y="4489"/>
                    <a:pt x="6775" y="4406"/>
                  </a:cubicBezTo>
                  <a:lnTo>
                    <a:pt x="6775" y="3834"/>
                  </a:lnTo>
                  <a:lnTo>
                    <a:pt x="8084" y="3834"/>
                  </a:lnTo>
                  <a:lnTo>
                    <a:pt x="8084" y="4406"/>
                  </a:lnTo>
                  <a:cubicBezTo>
                    <a:pt x="8084" y="4465"/>
                    <a:pt x="8132" y="4525"/>
                    <a:pt x="8192" y="4561"/>
                  </a:cubicBezTo>
                  <a:cubicBezTo>
                    <a:pt x="8442" y="4644"/>
                    <a:pt x="8680" y="4787"/>
                    <a:pt x="8894" y="4965"/>
                  </a:cubicBezTo>
                  <a:cubicBezTo>
                    <a:pt x="8920" y="4985"/>
                    <a:pt x="8954" y="4994"/>
                    <a:pt x="8988" y="4994"/>
                  </a:cubicBezTo>
                  <a:cubicBezTo>
                    <a:pt x="9017" y="4994"/>
                    <a:pt x="9046" y="4988"/>
                    <a:pt x="9073" y="4977"/>
                  </a:cubicBezTo>
                  <a:lnTo>
                    <a:pt x="9573" y="4680"/>
                  </a:lnTo>
                  <a:lnTo>
                    <a:pt x="9716" y="4906"/>
                  </a:lnTo>
                  <a:cubicBezTo>
                    <a:pt x="9740" y="4955"/>
                    <a:pt x="9793" y="4982"/>
                    <a:pt x="9847" y="4982"/>
                  </a:cubicBezTo>
                  <a:cubicBezTo>
                    <a:pt x="9871" y="4982"/>
                    <a:pt x="9896" y="4977"/>
                    <a:pt x="9918" y="4965"/>
                  </a:cubicBezTo>
                  <a:cubicBezTo>
                    <a:pt x="9989" y="4918"/>
                    <a:pt x="10025" y="4823"/>
                    <a:pt x="9978" y="4751"/>
                  </a:cubicBezTo>
                  <a:lnTo>
                    <a:pt x="9847" y="4513"/>
                  </a:lnTo>
                  <a:cubicBezTo>
                    <a:pt x="9798" y="4424"/>
                    <a:pt x="9699" y="4367"/>
                    <a:pt x="9592" y="4367"/>
                  </a:cubicBezTo>
                  <a:cubicBezTo>
                    <a:pt x="9542" y="4367"/>
                    <a:pt x="9491" y="4379"/>
                    <a:pt x="9442" y="4406"/>
                  </a:cubicBezTo>
                  <a:lnTo>
                    <a:pt x="9013" y="4668"/>
                  </a:lnTo>
                  <a:cubicBezTo>
                    <a:pt x="8835" y="4513"/>
                    <a:pt x="8620" y="4394"/>
                    <a:pt x="8406" y="4311"/>
                  </a:cubicBezTo>
                  <a:lnTo>
                    <a:pt x="8406" y="3811"/>
                  </a:lnTo>
                  <a:cubicBezTo>
                    <a:pt x="8406" y="3727"/>
                    <a:pt x="8358" y="3632"/>
                    <a:pt x="8299" y="3596"/>
                  </a:cubicBezTo>
                  <a:lnTo>
                    <a:pt x="8299" y="1656"/>
                  </a:lnTo>
                  <a:cubicBezTo>
                    <a:pt x="8299" y="1060"/>
                    <a:pt x="7596" y="536"/>
                    <a:pt x="6394" y="239"/>
                  </a:cubicBezTo>
                  <a:cubicBezTo>
                    <a:pt x="6384" y="237"/>
                    <a:pt x="6375" y="237"/>
                    <a:pt x="6365" y="237"/>
                  </a:cubicBezTo>
                  <a:cubicBezTo>
                    <a:pt x="6284" y="237"/>
                    <a:pt x="6225" y="283"/>
                    <a:pt x="6203" y="358"/>
                  </a:cubicBezTo>
                  <a:cubicBezTo>
                    <a:pt x="6179" y="453"/>
                    <a:pt x="6227" y="524"/>
                    <a:pt x="6322" y="560"/>
                  </a:cubicBezTo>
                  <a:cubicBezTo>
                    <a:pt x="7346" y="810"/>
                    <a:pt x="7989" y="1239"/>
                    <a:pt x="7989" y="1667"/>
                  </a:cubicBezTo>
                  <a:cubicBezTo>
                    <a:pt x="7989" y="2001"/>
                    <a:pt x="7596" y="2346"/>
                    <a:pt x="6918" y="2596"/>
                  </a:cubicBezTo>
                  <a:cubicBezTo>
                    <a:pt x="6179" y="2882"/>
                    <a:pt x="5203" y="3025"/>
                    <a:pt x="4143" y="3025"/>
                  </a:cubicBezTo>
                  <a:cubicBezTo>
                    <a:pt x="3703" y="3025"/>
                    <a:pt x="3262" y="3001"/>
                    <a:pt x="2846" y="2941"/>
                  </a:cubicBezTo>
                  <a:cubicBezTo>
                    <a:pt x="2833" y="2938"/>
                    <a:pt x="2821" y="2936"/>
                    <a:pt x="2809" y="2936"/>
                  </a:cubicBezTo>
                  <a:cubicBezTo>
                    <a:pt x="2742" y="2936"/>
                    <a:pt x="2687" y="2991"/>
                    <a:pt x="2667" y="3072"/>
                  </a:cubicBezTo>
                  <a:cubicBezTo>
                    <a:pt x="2655" y="3156"/>
                    <a:pt x="2715" y="3239"/>
                    <a:pt x="2810" y="3251"/>
                  </a:cubicBezTo>
                  <a:cubicBezTo>
                    <a:pt x="3239" y="3311"/>
                    <a:pt x="3679" y="3334"/>
                    <a:pt x="4143" y="3334"/>
                  </a:cubicBezTo>
                  <a:cubicBezTo>
                    <a:pt x="5227" y="3334"/>
                    <a:pt x="6239" y="3168"/>
                    <a:pt x="7013" y="2870"/>
                  </a:cubicBezTo>
                  <a:cubicBezTo>
                    <a:pt x="7430" y="2715"/>
                    <a:pt x="7763" y="2525"/>
                    <a:pt x="7965" y="2310"/>
                  </a:cubicBezTo>
                  <a:lnTo>
                    <a:pt x="7965" y="3525"/>
                  </a:lnTo>
                  <a:lnTo>
                    <a:pt x="6751" y="3525"/>
                  </a:lnTo>
                  <a:cubicBezTo>
                    <a:pt x="6584" y="3525"/>
                    <a:pt x="6453" y="3668"/>
                    <a:pt x="6453" y="3822"/>
                  </a:cubicBezTo>
                  <a:lnTo>
                    <a:pt x="6453" y="4323"/>
                  </a:lnTo>
                  <a:cubicBezTo>
                    <a:pt x="6227" y="4406"/>
                    <a:pt x="6037" y="4525"/>
                    <a:pt x="5846" y="4680"/>
                  </a:cubicBezTo>
                  <a:lnTo>
                    <a:pt x="5406" y="4418"/>
                  </a:lnTo>
                  <a:cubicBezTo>
                    <a:pt x="5360" y="4395"/>
                    <a:pt x="5315" y="4387"/>
                    <a:pt x="5270" y="4387"/>
                  </a:cubicBezTo>
                  <a:cubicBezTo>
                    <a:pt x="5243" y="4387"/>
                    <a:pt x="5217" y="4390"/>
                    <a:pt x="5191" y="4394"/>
                  </a:cubicBezTo>
                  <a:cubicBezTo>
                    <a:pt x="5108" y="4406"/>
                    <a:pt x="5048" y="4465"/>
                    <a:pt x="5013" y="4525"/>
                  </a:cubicBezTo>
                  <a:lnTo>
                    <a:pt x="4334" y="5692"/>
                  </a:lnTo>
                  <a:cubicBezTo>
                    <a:pt x="4322" y="5704"/>
                    <a:pt x="4322" y="5716"/>
                    <a:pt x="4322" y="5727"/>
                  </a:cubicBezTo>
                  <a:lnTo>
                    <a:pt x="4132" y="5727"/>
                  </a:lnTo>
                  <a:cubicBezTo>
                    <a:pt x="3084" y="5727"/>
                    <a:pt x="2107" y="5585"/>
                    <a:pt x="1357" y="5299"/>
                  </a:cubicBezTo>
                  <a:cubicBezTo>
                    <a:pt x="679" y="5049"/>
                    <a:pt x="286" y="4704"/>
                    <a:pt x="286" y="4382"/>
                  </a:cubicBezTo>
                  <a:lnTo>
                    <a:pt x="286" y="2322"/>
                  </a:lnTo>
                  <a:cubicBezTo>
                    <a:pt x="643" y="2668"/>
                    <a:pt x="1274" y="2965"/>
                    <a:pt x="2131" y="3144"/>
                  </a:cubicBezTo>
                  <a:lnTo>
                    <a:pt x="2167" y="3144"/>
                  </a:lnTo>
                  <a:cubicBezTo>
                    <a:pt x="2238" y="3144"/>
                    <a:pt x="2298" y="3096"/>
                    <a:pt x="2322" y="3025"/>
                  </a:cubicBezTo>
                  <a:cubicBezTo>
                    <a:pt x="2334" y="2930"/>
                    <a:pt x="2286" y="2858"/>
                    <a:pt x="2203" y="2846"/>
                  </a:cubicBezTo>
                  <a:cubicBezTo>
                    <a:pt x="1036" y="2596"/>
                    <a:pt x="298" y="2132"/>
                    <a:pt x="298" y="1667"/>
                  </a:cubicBezTo>
                  <a:cubicBezTo>
                    <a:pt x="298" y="1346"/>
                    <a:pt x="679" y="1001"/>
                    <a:pt x="1369" y="751"/>
                  </a:cubicBezTo>
                  <a:cubicBezTo>
                    <a:pt x="2096" y="465"/>
                    <a:pt x="3072" y="322"/>
                    <a:pt x="4132" y="322"/>
                  </a:cubicBezTo>
                  <a:cubicBezTo>
                    <a:pt x="4667" y="322"/>
                    <a:pt x="5191" y="358"/>
                    <a:pt x="5679" y="441"/>
                  </a:cubicBezTo>
                  <a:cubicBezTo>
                    <a:pt x="5687" y="442"/>
                    <a:pt x="5695" y="443"/>
                    <a:pt x="5703" y="443"/>
                  </a:cubicBezTo>
                  <a:cubicBezTo>
                    <a:pt x="5786" y="443"/>
                    <a:pt x="5847" y="385"/>
                    <a:pt x="5858" y="298"/>
                  </a:cubicBezTo>
                  <a:cubicBezTo>
                    <a:pt x="5870" y="215"/>
                    <a:pt x="5810" y="143"/>
                    <a:pt x="5727" y="120"/>
                  </a:cubicBezTo>
                  <a:cubicBezTo>
                    <a:pt x="5215" y="36"/>
                    <a:pt x="4679" y="1"/>
                    <a:pt x="41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5"/>
            <p:cNvSpPr/>
            <p:nvPr/>
          </p:nvSpPr>
          <p:spPr>
            <a:xfrm>
              <a:off x="6306652" y="2638748"/>
              <a:ext cx="59904" cy="59522"/>
            </a:xfrm>
            <a:custGeom>
              <a:avLst/>
              <a:gdLst/>
              <a:ahLst/>
              <a:cxnLst/>
              <a:rect l="l" t="t" r="r" b="b"/>
              <a:pathLst>
                <a:path w="1882" h="1870" extrusionOk="0">
                  <a:moveTo>
                    <a:pt x="941" y="310"/>
                  </a:moveTo>
                  <a:cubicBezTo>
                    <a:pt x="1287" y="310"/>
                    <a:pt x="1561" y="596"/>
                    <a:pt x="1561" y="929"/>
                  </a:cubicBezTo>
                  <a:cubicBezTo>
                    <a:pt x="1561" y="1274"/>
                    <a:pt x="1287" y="1560"/>
                    <a:pt x="941" y="1560"/>
                  </a:cubicBezTo>
                  <a:cubicBezTo>
                    <a:pt x="596" y="1560"/>
                    <a:pt x="310" y="1274"/>
                    <a:pt x="310" y="929"/>
                  </a:cubicBezTo>
                  <a:cubicBezTo>
                    <a:pt x="310" y="596"/>
                    <a:pt x="596" y="310"/>
                    <a:pt x="941" y="310"/>
                  </a:cubicBezTo>
                  <a:close/>
                  <a:moveTo>
                    <a:pt x="941" y="0"/>
                  </a:moveTo>
                  <a:cubicBezTo>
                    <a:pt x="418" y="0"/>
                    <a:pt x="1" y="417"/>
                    <a:pt x="1" y="929"/>
                  </a:cubicBezTo>
                  <a:cubicBezTo>
                    <a:pt x="1" y="1453"/>
                    <a:pt x="418" y="1870"/>
                    <a:pt x="941" y="1870"/>
                  </a:cubicBezTo>
                  <a:cubicBezTo>
                    <a:pt x="1465" y="1870"/>
                    <a:pt x="1882" y="1453"/>
                    <a:pt x="1882" y="929"/>
                  </a:cubicBezTo>
                  <a:cubicBezTo>
                    <a:pt x="1882" y="417"/>
                    <a:pt x="1465" y="0"/>
                    <a:pt x="9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5" name="Google Shape;255;p35"/>
          <p:cNvGrpSpPr/>
          <p:nvPr/>
        </p:nvGrpSpPr>
        <p:grpSpPr>
          <a:xfrm>
            <a:off x="6718057" y="4285646"/>
            <a:ext cx="343438" cy="413484"/>
            <a:chOff x="7576605" y="1983877"/>
            <a:chExt cx="276698" cy="333133"/>
          </a:xfrm>
        </p:grpSpPr>
        <p:sp>
          <p:nvSpPr>
            <p:cNvPr id="256" name="Google Shape;256;p35"/>
            <p:cNvSpPr/>
            <p:nvPr/>
          </p:nvSpPr>
          <p:spPr>
            <a:xfrm>
              <a:off x="7576605" y="1983877"/>
              <a:ext cx="276698" cy="333133"/>
            </a:xfrm>
            <a:custGeom>
              <a:avLst/>
              <a:gdLst/>
              <a:ahLst/>
              <a:cxnLst/>
              <a:rect l="l" t="t" r="r" b="b"/>
              <a:pathLst>
                <a:path w="8693" h="10466" extrusionOk="0">
                  <a:moveTo>
                    <a:pt x="417" y="1024"/>
                  </a:moveTo>
                  <a:cubicBezTo>
                    <a:pt x="655" y="1024"/>
                    <a:pt x="894" y="1143"/>
                    <a:pt x="1036" y="1358"/>
                  </a:cubicBezTo>
                  <a:lnTo>
                    <a:pt x="1156" y="1536"/>
                  </a:lnTo>
                  <a:cubicBezTo>
                    <a:pt x="1275" y="1715"/>
                    <a:pt x="1477" y="1822"/>
                    <a:pt x="1703" y="1822"/>
                  </a:cubicBezTo>
                  <a:lnTo>
                    <a:pt x="1703" y="2477"/>
                  </a:lnTo>
                  <a:cubicBezTo>
                    <a:pt x="1703" y="2941"/>
                    <a:pt x="1775" y="3406"/>
                    <a:pt x="1906" y="3834"/>
                  </a:cubicBezTo>
                  <a:cubicBezTo>
                    <a:pt x="1810" y="3763"/>
                    <a:pt x="1656" y="3703"/>
                    <a:pt x="1513" y="3644"/>
                  </a:cubicBezTo>
                  <a:cubicBezTo>
                    <a:pt x="1215" y="3525"/>
                    <a:pt x="894" y="3394"/>
                    <a:pt x="655" y="3144"/>
                  </a:cubicBezTo>
                  <a:cubicBezTo>
                    <a:pt x="394" y="2846"/>
                    <a:pt x="274" y="2417"/>
                    <a:pt x="274" y="1822"/>
                  </a:cubicBezTo>
                  <a:lnTo>
                    <a:pt x="274" y="1179"/>
                  </a:lnTo>
                  <a:cubicBezTo>
                    <a:pt x="274" y="1132"/>
                    <a:pt x="286" y="1108"/>
                    <a:pt x="322" y="1072"/>
                  </a:cubicBezTo>
                  <a:cubicBezTo>
                    <a:pt x="346" y="1048"/>
                    <a:pt x="394" y="1024"/>
                    <a:pt x="417" y="1024"/>
                  </a:cubicBezTo>
                  <a:close/>
                  <a:moveTo>
                    <a:pt x="8204" y="1024"/>
                  </a:moveTo>
                  <a:cubicBezTo>
                    <a:pt x="8252" y="1024"/>
                    <a:pt x="8275" y="1048"/>
                    <a:pt x="8311" y="1072"/>
                  </a:cubicBezTo>
                  <a:cubicBezTo>
                    <a:pt x="8335" y="1108"/>
                    <a:pt x="8359" y="1143"/>
                    <a:pt x="8359" y="1179"/>
                  </a:cubicBezTo>
                  <a:lnTo>
                    <a:pt x="8359" y="1822"/>
                  </a:lnTo>
                  <a:lnTo>
                    <a:pt x="8383" y="1822"/>
                  </a:lnTo>
                  <a:cubicBezTo>
                    <a:pt x="8383" y="2417"/>
                    <a:pt x="8252" y="2858"/>
                    <a:pt x="8002" y="3144"/>
                  </a:cubicBezTo>
                  <a:cubicBezTo>
                    <a:pt x="7775" y="3394"/>
                    <a:pt x="7466" y="3525"/>
                    <a:pt x="7144" y="3644"/>
                  </a:cubicBezTo>
                  <a:cubicBezTo>
                    <a:pt x="7002" y="3703"/>
                    <a:pt x="6871" y="3763"/>
                    <a:pt x="6716" y="3834"/>
                  </a:cubicBezTo>
                  <a:cubicBezTo>
                    <a:pt x="6847" y="3394"/>
                    <a:pt x="6930" y="2929"/>
                    <a:pt x="6930" y="2477"/>
                  </a:cubicBezTo>
                  <a:lnTo>
                    <a:pt x="6930" y="1822"/>
                  </a:lnTo>
                  <a:cubicBezTo>
                    <a:pt x="7144" y="1822"/>
                    <a:pt x="7359" y="1715"/>
                    <a:pt x="7478" y="1536"/>
                  </a:cubicBezTo>
                  <a:lnTo>
                    <a:pt x="7597" y="1358"/>
                  </a:lnTo>
                  <a:cubicBezTo>
                    <a:pt x="7728" y="1167"/>
                    <a:pt x="7966" y="1024"/>
                    <a:pt x="8204" y="1024"/>
                  </a:cubicBezTo>
                  <a:close/>
                  <a:moveTo>
                    <a:pt x="6954" y="334"/>
                  </a:moveTo>
                  <a:lnTo>
                    <a:pt x="6954" y="703"/>
                  </a:lnTo>
                  <a:lnTo>
                    <a:pt x="5632" y="703"/>
                  </a:lnTo>
                  <a:cubicBezTo>
                    <a:pt x="5537" y="703"/>
                    <a:pt x="5478" y="774"/>
                    <a:pt x="5478" y="846"/>
                  </a:cubicBezTo>
                  <a:cubicBezTo>
                    <a:pt x="5478" y="929"/>
                    <a:pt x="5561" y="1001"/>
                    <a:pt x="5632" y="1001"/>
                  </a:cubicBezTo>
                  <a:lnTo>
                    <a:pt x="6632" y="1001"/>
                  </a:lnTo>
                  <a:lnTo>
                    <a:pt x="6632" y="2477"/>
                  </a:lnTo>
                  <a:cubicBezTo>
                    <a:pt x="6632" y="3810"/>
                    <a:pt x="5989" y="5072"/>
                    <a:pt x="4906" y="5882"/>
                  </a:cubicBezTo>
                  <a:lnTo>
                    <a:pt x="4799" y="5954"/>
                  </a:lnTo>
                  <a:cubicBezTo>
                    <a:pt x="4763" y="5954"/>
                    <a:pt x="4739" y="5942"/>
                    <a:pt x="4704" y="5942"/>
                  </a:cubicBezTo>
                  <a:lnTo>
                    <a:pt x="3954" y="5942"/>
                  </a:lnTo>
                  <a:cubicBezTo>
                    <a:pt x="3918" y="5942"/>
                    <a:pt x="3894" y="5942"/>
                    <a:pt x="3858" y="5954"/>
                  </a:cubicBezTo>
                  <a:lnTo>
                    <a:pt x="3751" y="5882"/>
                  </a:lnTo>
                  <a:cubicBezTo>
                    <a:pt x="2668" y="5096"/>
                    <a:pt x="2025" y="3810"/>
                    <a:pt x="2025" y="2477"/>
                  </a:cubicBezTo>
                  <a:lnTo>
                    <a:pt x="2025" y="1001"/>
                  </a:lnTo>
                  <a:lnTo>
                    <a:pt x="4918" y="1001"/>
                  </a:lnTo>
                  <a:cubicBezTo>
                    <a:pt x="5001" y="1001"/>
                    <a:pt x="5061" y="929"/>
                    <a:pt x="5061" y="846"/>
                  </a:cubicBezTo>
                  <a:cubicBezTo>
                    <a:pt x="5061" y="774"/>
                    <a:pt x="4989" y="703"/>
                    <a:pt x="4918" y="703"/>
                  </a:cubicBezTo>
                  <a:lnTo>
                    <a:pt x="1715" y="703"/>
                  </a:lnTo>
                  <a:lnTo>
                    <a:pt x="1715" y="334"/>
                  </a:lnTo>
                  <a:close/>
                  <a:moveTo>
                    <a:pt x="4704" y="6263"/>
                  </a:moveTo>
                  <a:cubicBezTo>
                    <a:pt x="4763" y="6263"/>
                    <a:pt x="4811" y="6311"/>
                    <a:pt x="4811" y="6370"/>
                  </a:cubicBezTo>
                  <a:lnTo>
                    <a:pt x="4811" y="6477"/>
                  </a:lnTo>
                  <a:cubicBezTo>
                    <a:pt x="4811" y="6537"/>
                    <a:pt x="4763" y="6585"/>
                    <a:pt x="4704" y="6585"/>
                  </a:cubicBezTo>
                  <a:lnTo>
                    <a:pt x="3954" y="6585"/>
                  </a:lnTo>
                  <a:cubicBezTo>
                    <a:pt x="3882" y="6585"/>
                    <a:pt x="3846" y="6537"/>
                    <a:pt x="3846" y="6477"/>
                  </a:cubicBezTo>
                  <a:lnTo>
                    <a:pt x="3846" y="6370"/>
                  </a:lnTo>
                  <a:cubicBezTo>
                    <a:pt x="3846" y="6311"/>
                    <a:pt x="3882" y="6263"/>
                    <a:pt x="3954" y="6263"/>
                  </a:cubicBezTo>
                  <a:close/>
                  <a:moveTo>
                    <a:pt x="4513" y="6882"/>
                  </a:moveTo>
                  <a:lnTo>
                    <a:pt x="4513" y="8382"/>
                  </a:lnTo>
                  <a:lnTo>
                    <a:pt x="4156" y="8382"/>
                  </a:lnTo>
                  <a:lnTo>
                    <a:pt x="4156" y="6882"/>
                  </a:lnTo>
                  <a:close/>
                  <a:moveTo>
                    <a:pt x="5287" y="8692"/>
                  </a:moveTo>
                  <a:cubicBezTo>
                    <a:pt x="5394" y="8692"/>
                    <a:pt x="5478" y="8787"/>
                    <a:pt x="5478" y="8882"/>
                  </a:cubicBezTo>
                  <a:lnTo>
                    <a:pt x="5478" y="9061"/>
                  </a:lnTo>
                  <a:lnTo>
                    <a:pt x="4108" y="9061"/>
                  </a:lnTo>
                  <a:cubicBezTo>
                    <a:pt x="4025" y="9061"/>
                    <a:pt x="3965" y="9144"/>
                    <a:pt x="3965" y="9216"/>
                  </a:cubicBezTo>
                  <a:cubicBezTo>
                    <a:pt x="3965" y="9287"/>
                    <a:pt x="4037" y="9359"/>
                    <a:pt x="4108" y="9359"/>
                  </a:cubicBezTo>
                  <a:lnTo>
                    <a:pt x="6204" y="9359"/>
                  </a:lnTo>
                  <a:cubicBezTo>
                    <a:pt x="6228" y="9359"/>
                    <a:pt x="6240" y="9383"/>
                    <a:pt x="6251" y="9394"/>
                  </a:cubicBezTo>
                  <a:lnTo>
                    <a:pt x="6406" y="10133"/>
                  </a:lnTo>
                  <a:cubicBezTo>
                    <a:pt x="6406" y="10156"/>
                    <a:pt x="6406" y="10168"/>
                    <a:pt x="6382" y="10168"/>
                  </a:cubicBezTo>
                  <a:cubicBezTo>
                    <a:pt x="6382" y="10168"/>
                    <a:pt x="6370" y="10180"/>
                    <a:pt x="6359" y="10180"/>
                  </a:cubicBezTo>
                  <a:lnTo>
                    <a:pt x="2299" y="10180"/>
                  </a:lnTo>
                  <a:cubicBezTo>
                    <a:pt x="2287" y="10180"/>
                    <a:pt x="2263" y="10168"/>
                    <a:pt x="2263" y="10168"/>
                  </a:cubicBezTo>
                  <a:cubicBezTo>
                    <a:pt x="2263" y="10168"/>
                    <a:pt x="2251" y="10145"/>
                    <a:pt x="2251" y="10133"/>
                  </a:cubicBezTo>
                  <a:lnTo>
                    <a:pt x="2394" y="9394"/>
                  </a:lnTo>
                  <a:cubicBezTo>
                    <a:pt x="2394" y="9371"/>
                    <a:pt x="2418" y="9359"/>
                    <a:pt x="2441" y="9359"/>
                  </a:cubicBezTo>
                  <a:lnTo>
                    <a:pt x="3394" y="9359"/>
                  </a:lnTo>
                  <a:cubicBezTo>
                    <a:pt x="3489" y="9359"/>
                    <a:pt x="3549" y="9287"/>
                    <a:pt x="3549" y="9216"/>
                  </a:cubicBezTo>
                  <a:cubicBezTo>
                    <a:pt x="3549" y="9144"/>
                    <a:pt x="3477" y="9061"/>
                    <a:pt x="3394" y="9061"/>
                  </a:cubicBezTo>
                  <a:lnTo>
                    <a:pt x="3192" y="9061"/>
                  </a:lnTo>
                  <a:lnTo>
                    <a:pt x="3192" y="8882"/>
                  </a:lnTo>
                  <a:cubicBezTo>
                    <a:pt x="3192" y="8787"/>
                    <a:pt x="3275" y="8692"/>
                    <a:pt x="3382" y="8692"/>
                  </a:cubicBezTo>
                  <a:close/>
                  <a:moveTo>
                    <a:pt x="1715" y="0"/>
                  </a:moveTo>
                  <a:cubicBezTo>
                    <a:pt x="1548" y="0"/>
                    <a:pt x="1417" y="131"/>
                    <a:pt x="1417" y="298"/>
                  </a:cubicBezTo>
                  <a:lnTo>
                    <a:pt x="1417" y="703"/>
                  </a:lnTo>
                  <a:cubicBezTo>
                    <a:pt x="1417" y="870"/>
                    <a:pt x="1548" y="1001"/>
                    <a:pt x="1715" y="1001"/>
                  </a:cubicBezTo>
                  <a:lnTo>
                    <a:pt x="1751" y="1001"/>
                  </a:lnTo>
                  <a:lnTo>
                    <a:pt x="1751" y="1501"/>
                  </a:lnTo>
                  <a:cubicBezTo>
                    <a:pt x="1632" y="1501"/>
                    <a:pt x="1525" y="1441"/>
                    <a:pt x="1453" y="1334"/>
                  </a:cubicBezTo>
                  <a:lnTo>
                    <a:pt x="1334" y="1155"/>
                  </a:lnTo>
                  <a:cubicBezTo>
                    <a:pt x="1132" y="881"/>
                    <a:pt x="810" y="715"/>
                    <a:pt x="465" y="703"/>
                  </a:cubicBezTo>
                  <a:cubicBezTo>
                    <a:pt x="346" y="703"/>
                    <a:pt x="227" y="739"/>
                    <a:pt x="144" y="834"/>
                  </a:cubicBezTo>
                  <a:cubicBezTo>
                    <a:pt x="48" y="917"/>
                    <a:pt x="1" y="1036"/>
                    <a:pt x="1" y="1155"/>
                  </a:cubicBezTo>
                  <a:lnTo>
                    <a:pt x="1" y="1798"/>
                  </a:lnTo>
                  <a:cubicBezTo>
                    <a:pt x="1" y="3334"/>
                    <a:pt x="798" y="3656"/>
                    <a:pt x="1429" y="3918"/>
                  </a:cubicBezTo>
                  <a:cubicBezTo>
                    <a:pt x="1787" y="4060"/>
                    <a:pt x="2096" y="4180"/>
                    <a:pt x="2251" y="4489"/>
                  </a:cubicBezTo>
                  <a:cubicBezTo>
                    <a:pt x="2299" y="4584"/>
                    <a:pt x="2287" y="4656"/>
                    <a:pt x="2215" y="4715"/>
                  </a:cubicBezTo>
                  <a:cubicBezTo>
                    <a:pt x="2164" y="4767"/>
                    <a:pt x="2075" y="4806"/>
                    <a:pt x="1994" y="4806"/>
                  </a:cubicBezTo>
                  <a:cubicBezTo>
                    <a:pt x="1963" y="4806"/>
                    <a:pt x="1932" y="4800"/>
                    <a:pt x="1906" y="4787"/>
                  </a:cubicBezTo>
                  <a:cubicBezTo>
                    <a:pt x="1798" y="4751"/>
                    <a:pt x="1775" y="4608"/>
                    <a:pt x="1787" y="4489"/>
                  </a:cubicBezTo>
                  <a:cubicBezTo>
                    <a:pt x="1787" y="4406"/>
                    <a:pt x="1727" y="4334"/>
                    <a:pt x="1644" y="4334"/>
                  </a:cubicBezTo>
                  <a:cubicBezTo>
                    <a:pt x="1548" y="4334"/>
                    <a:pt x="1477" y="4394"/>
                    <a:pt x="1477" y="4477"/>
                  </a:cubicBezTo>
                  <a:cubicBezTo>
                    <a:pt x="1477" y="4608"/>
                    <a:pt x="1489" y="4942"/>
                    <a:pt x="1787" y="5072"/>
                  </a:cubicBezTo>
                  <a:cubicBezTo>
                    <a:pt x="1846" y="5108"/>
                    <a:pt x="1929" y="5120"/>
                    <a:pt x="2001" y="5120"/>
                  </a:cubicBezTo>
                  <a:cubicBezTo>
                    <a:pt x="2168" y="5120"/>
                    <a:pt x="2322" y="5061"/>
                    <a:pt x="2441" y="4930"/>
                  </a:cubicBezTo>
                  <a:cubicBezTo>
                    <a:pt x="2465" y="4906"/>
                    <a:pt x="2477" y="4894"/>
                    <a:pt x="2477" y="4882"/>
                  </a:cubicBezTo>
                  <a:cubicBezTo>
                    <a:pt x="2775" y="5346"/>
                    <a:pt x="3156" y="5763"/>
                    <a:pt x="3608" y="6096"/>
                  </a:cubicBezTo>
                  <a:lnTo>
                    <a:pt x="3632" y="6120"/>
                  </a:lnTo>
                  <a:cubicBezTo>
                    <a:pt x="3596" y="6180"/>
                    <a:pt x="3573" y="6251"/>
                    <a:pt x="3573" y="6323"/>
                  </a:cubicBezTo>
                  <a:lnTo>
                    <a:pt x="3573" y="6430"/>
                  </a:lnTo>
                  <a:cubicBezTo>
                    <a:pt x="3573" y="6620"/>
                    <a:pt x="3715" y="6775"/>
                    <a:pt x="3870" y="6835"/>
                  </a:cubicBezTo>
                  <a:lnTo>
                    <a:pt x="3870" y="8347"/>
                  </a:lnTo>
                  <a:lnTo>
                    <a:pt x="3394" y="8347"/>
                  </a:lnTo>
                  <a:cubicBezTo>
                    <a:pt x="3108" y="8347"/>
                    <a:pt x="2894" y="8573"/>
                    <a:pt x="2894" y="8859"/>
                  </a:cubicBezTo>
                  <a:lnTo>
                    <a:pt x="2894" y="9037"/>
                  </a:lnTo>
                  <a:lnTo>
                    <a:pt x="2453" y="9037"/>
                  </a:lnTo>
                  <a:cubicBezTo>
                    <a:pt x="2299" y="9037"/>
                    <a:pt x="2144" y="9156"/>
                    <a:pt x="2120" y="9311"/>
                  </a:cubicBezTo>
                  <a:lnTo>
                    <a:pt x="1965" y="10061"/>
                  </a:lnTo>
                  <a:cubicBezTo>
                    <a:pt x="1953" y="10168"/>
                    <a:pt x="1965" y="10264"/>
                    <a:pt x="2037" y="10347"/>
                  </a:cubicBezTo>
                  <a:cubicBezTo>
                    <a:pt x="2096" y="10418"/>
                    <a:pt x="2203" y="10466"/>
                    <a:pt x="2310" y="10466"/>
                  </a:cubicBezTo>
                  <a:lnTo>
                    <a:pt x="6370" y="10466"/>
                  </a:lnTo>
                  <a:cubicBezTo>
                    <a:pt x="6478" y="10466"/>
                    <a:pt x="6585" y="10418"/>
                    <a:pt x="6644" y="10347"/>
                  </a:cubicBezTo>
                  <a:cubicBezTo>
                    <a:pt x="6704" y="10264"/>
                    <a:pt x="6728" y="10168"/>
                    <a:pt x="6716" y="10061"/>
                  </a:cubicBezTo>
                  <a:lnTo>
                    <a:pt x="6561" y="9311"/>
                  </a:lnTo>
                  <a:cubicBezTo>
                    <a:pt x="6537" y="9156"/>
                    <a:pt x="6382" y="9037"/>
                    <a:pt x="6228" y="9037"/>
                  </a:cubicBezTo>
                  <a:lnTo>
                    <a:pt x="5787" y="9037"/>
                  </a:lnTo>
                  <a:lnTo>
                    <a:pt x="5787" y="8859"/>
                  </a:lnTo>
                  <a:cubicBezTo>
                    <a:pt x="5787" y="8573"/>
                    <a:pt x="5573" y="8347"/>
                    <a:pt x="5287" y="8347"/>
                  </a:cubicBezTo>
                  <a:lnTo>
                    <a:pt x="4811" y="8347"/>
                  </a:lnTo>
                  <a:lnTo>
                    <a:pt x="4811" y="6835"/>
                  </a:lnTo>
                  <a:cubicBezTo>
                    <a:pt x="4989" y="6787"/>
                    <a:pt x="5108" y="6620"/>
                    <a:pt x="5108" y="6430"/>
                  </a:cubicBezTo>
                  <a:lnTo>
                    <a:pt x="5108" y="6323"/>
                  </a:lnTo>
                  <a:cubicBezTo>
                    <a:pt x="5108" y="6251"/>
                    <a:pt x="5073" y="6180"/>
                    <a:pt x="5049" y="6120"/>
                  </a:cubicBezTo>
                  <a:lnTo>
                    <a:pt x="5073" y="6096"/>
                  </a:lnTo>
                  <a:cubicBezTo>
                    <a:pt x="5537" y="5763"/>
                    <a:pt x="5906" y="5358"/>
                    <a:pt x="6204" y="4882"/>
                  </a:cubicBezTo>
                  <a:cubicBezTo>
                    <a:pt x="6228" y="4894"/>
                    <a:pt x="6228" y="4906"/>
                    <a:pt x="6240" y="4930"/>
                  </a:cubicBezTo>
                  <a:cubicBezTo>
                    <a:pt x="6359" y="5049"/>
                    <a:pt x="6525" y="5120"/>
                    <a:pt x="6680" y="5120"/>
                  </a:cubicBezTo>
                  <a:cubicBezTo>
                    <a:pt x="6763" y="5120"/>
                    <a:pt x="6835" y="5108"/>
                    <a:pt x="6894" y="5072"/>
                  </a:cubicBezTo>
                  <a:cubicBezTo>
                    <a:pt x="7192" y="4942"/>
                    <a:pt x="7204" y="4608"/>
                    <a:pt x="7204" y="4477"/>
                  </a:cubicBezTo>
                  <a:cubicBezTo>
                    <a:pt x="7204" y="4394"/>
                    <a:pt x="7132" y="4334"/>
                    <a:pt x="7037" y="4334"/>
                  </a:cubicBezTo>
                  <a:cubicBezTo>
                    <a:pt x="6954" y="4334"/>
                    <a:pt x="6894" y="4406"/>
                    <a:pt x="6894" y="4489"/>
                  </a:cubicBezTo>
                  <a:cubicBezTo>
                    <a:pt x="6894" y="4596"/>
                    <a:pt x="6882" y="4727"/>
                    <a:pt x="6775" y="4787"/>
                  </a:cubicBezTo>
                  <a:cubicBezTo>
                    <a:pt x="6749" y="4800"/>
                    <a:pt x="6718" y="4806"/>
                    <a:pt x="6687" y="4806"/>
                  </a:cubicBezTo>
                  <a:cubicBezTo>
                    <a:pt x="6606" y="4806"/>
                    <a:pt x="6517" y="4767"/>
                    <a:pt x="6466" y="4715"/>
                  </a:cubicBezTo>
                  <a:cubicBezTo>
                    <a:pt x="6406" y="4656"/>
                    <a:pt x="6382" y="4584"/>
                    <a:pt x="6430" y="4489"/>
                  </a:cubicBezTo>
                  <a:cubicBezTo>
                    <a:pt x="6585" y="4191"/>
                    <a:pt x="6894" y="4060"/>
                    <a:pt x="7252" y="3918"/>
                  </a:cubicBezTo>
                  <a:cubicBezTo>
                    <a:pt x="7894" y="3656"/>
                    <a:pt x="8680" y="3334"/>
                    <a:pt x="8680" y="1798"/>
                  </a:cubicBezTo>
                  <a:lnTo>
                    <a:pt x="8680" y="1155"/>
                  </a:lnTo>
                  <a:cubicBezTo>
                    <a:pt x="8692" y="1048"/>
                    <a:pt x="8633" y="941"/>
                    <a:pt x="8561" y="846"/>
                  </a:cubicBezTo>
                  <a:cubicBezTo>
                    <a:pt x="8478" y="762"/>
                    <a:pt x="8347" y="715"/>
                    <a:pt x="8240" y="715"/>
                  </a:cubicBezTo>
                  <a:cubicBezTo>
                    <a:pt x="7894" y="715"/>
                    <a:pt x="7561" y="881"/>
                    <a:pt x="7371" y="1179"/>
                  </a:cubicBezTo>
                  <a:lnTo>
                    <a:pt x="7252" y="1358"/>
                  </a:lnTo>
                  <a:cubicBezTo>
                    <a:pt x="7180" y="1465"/>
                    <a:pt x="7073" y="1524"/>
                    <a:pt x="6954" y="1524"/>
                  </a:cubicBezTo>
                  <a:lnTo>
                    <a:pt x="6954" y="1012"/>
                  </a:lnTo>
                  <a:lnTo>
                    <a:pt x="6990" y="1012"/>
                  </a:lnTo>
                  <a:cubicBezTo>
                    <a:pt x="7144" y="1012"/>
                    <a:pt x="7287" y="881"/>
                    <a:pt x="7287" y="715"/>
                  </a:cubicBezTo>
                  <a:lnTo>
                    <a:pt x="7287" y="298"/>
                  </a:lnTo>
                  <a:cubicBezTo>
                    <a:pt x="7287" y="131"/>
                    <a:pt x="7144" y="0"/>
                    <a:pt x="69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5"/>
            <p:cNvSpPr/>
            <p:nvPr/>
          </p:nvSpPr>
          <p:spPr>
            <a:xfrm>
              <a:off x="7670981" y="2041871"/>
              <a:ext cx="87182" cy="83076"/>
            </a:xfrm>
            <a:custGeom>
              <a:avLst/>
              <a:gdLst/>
              <a:ahLst/>
              <a:cxnLst/>
              <a:rect l="l" t="t" r="r" b="b"/>
              <a:pathLst>
                <a:path w="2739" h="2610" extrusionOk="0">
                  <a:moveTo>
                    <a:pt x="1334" y="476"/>
                  </a:moveTo>
                  <a:lnTo>
                    <a:pt x="1572" y="953"/>
                  </a:lnTo>
                  <a:cubicBezTo>
                    <a:pt x="1608" y="1012"/>
                    <a:pt x="1655" y="1036"/>
                    <a:pt x="1715" y="1048"/>
                  </a:cubicBezTo>
                  <a:lnTo>
                    <a:pt x="2251" y="1131"/>
                  </a:lnTo>
                  <a:lnTo>
                    <a:pt x="1893" y="1500"/>
                  </a:lnTo>
                  <a:cubicBezTo>
                    <a:pt x="1846" y="1548"/>
                    <a:pt x="1834" y="1607"/>
                    <a:pt x="1834" y="1667"/>
                  </a:cubicBezTo>
                  <a:lnTo>
                    <a:pt x="1917" y="2203"/>
                  </a:lnTo>
                  <a:lnTo>
                    <a:pt x="1441" y="1941"/>
                  </a:lnTo>
                  <a:cubicBezTo>
                    <a:pt x="1417" y="1929"/>
                    <a:pt x="1381" y="1929"/>
                    <a:pt x="1358" y="1929"/>
                  </a:cubicBezTo>
                  <a:cubicBezTo>
                    <a:pt x="1322" y="1929"/>
                    <a:pt x="1298" y="1929"/>
                    <a:pt x="1262" y="1941"/>
                  </a:cubicBezTo>
                  <a:lnTo>
                    <a:pt x="786" y="2203"/>
                  </a:lnTo>
                  <a:lnTo>
                    <a:pt x="786" y="2203"/>
                  </a:lnTo>
                  <a:lnTo>
                    <a:pt x="881" y="1667"/>
                  </a:lnTo>
                  <a:cubicBezTo>
                    <a:pt x="893" y="1607"/>
                    <a:pt x="869" y="1548"/>
                    <a:pt x="822" y="1500"/>
                  </a:cubicBezTo>
                  <a:lnTo>
                    <a:pt x="429" y="1131"/>
                  </a:lnTo>
                  <a:lnTo>
                    <a:pt x="965" y="1048"/>
                  </a:lnTo>
                  <a:cubicBezTo>
                    <a:pt x="1024" y="1036"/>
                    <a:pt x="1084" y="1012"/>
                    <a:pt x="1108" y="953"/>
                  </a:cubicBezTo>
                  <a:lnTo>
                    <a:pt x="1334" y="476"/>
                  </a:lnTo>
                  <a:close/>
                  <a:moveTo>
                    <a:pt x="1370" y="0"/>
                  </a:moveTo>
                  <a:cubicBezTo>
                    <a:pt x="1298" y="0"/>
                    <a:pt x="1239" y="36"/>
                    <a:pt x="1203" y="95"/>
                  </a:cubicBezTo>
                  <a:lnTo>
                    <a:pt x="881" y="750"/>
                  </a:lnTo>
                  <a:lnTo>
                    <a:pt x="167" y="857"/>
                  </a:lnTo>
                  <a:cubicBezTo>
                    <a:pt x="96" y="869"/>
                    <a:pt x="36" y="917"/>
                    <a:pt x="12" y="976"/>
                  </a:cubicBezTo>
                  <a:cubicBezTo>
                    <a:pt x="0" y="1048"/>
                    <a:pt x="12" y="1107"/>
                    <a:pt x="60" y="1167"/>
                  </a:cubicBezTo>
                  <a:lnTo>
                    <a:pt x="584" y="1679"/>
                  </a:lnTo>
                  <a:lnTo>
                    <a:pt x="465" y="2393"/>
                  </a:lnTo>
                  <a:cubicBezTo>
                    <a:pt x="453" y="2465"/>
                    <a:pt x="477" y="2524"/>
                    <a:pt x="536" y="2572"/>
                  </a:cubicBezTo>
                  <a:cubicBezTo>
                    <a:pt x="568" y="2597"/>
                    <a:pt x="603" y="2609"/>
                    <a:pt x="638" y="2609"/>
                  </a:cubicBezTo>
                  <a:cubicBezTo>
                    <a:pt x="669" y="2609"/>
                    <a:pt x="699" y="2600"/>
                    <a:pt x="727" y="2584"/>
                  </a:cubicBezTo>
                  <a:lnTo>
                    <a:pt x="1370" y="2238"/>
                  </a:lnTo>
                  <a:lnTo>
                    <a:pt x="2012" y="2584"/>
                  </a:lnTo>
                  <a:cubicBezTo>
                    <a:pt x="2036" y="2596"/>
                    <a:pt x="2072" y="2596"/>
                    <a:pt x="2096" y="2596"/>
                  </a:cubicBezTo>
                  <a:cubicBezTo>
                    <a:pt x="2143" y="2596"/>
                    <a:pt x="2179" y="2584"/>
                    <a:pt x="2203" y="2572"/>
                  </a:cubicBezTo>
                  <a:cubicBezTo>
                    <a:pt x="2262" y="2524"/>
                    <a:pt x="2298" y="2465"/>
                    <a:pt x="2274" y="2393"/>
                  </a:cubicBezTo>
                  <a:lnTo>
                    <a:pt x="2155" y="1679"/>
                  </a:lnTo>
                  <a:lnTo>
                    <a:pt x="2679" y="1167"/>
                  </a:lnTo>
                  <a:cubicBezTo>
                    <a:pt x="2727" y="1107"/>
                    <a:pt x="2739" y="1048"/>
                    <a:pt x="2727" y="976"/>
                  </a:cubicBezTo>
                  <a:cubicBezTo>
                    <a:pt x="2715" y="905"/>
                    <a:pt x="2655" y="857"/>
                    <a:pt x="2572" y="857"/>
                  </a:cubicBezTo>
                  <a:lnTo>
                    <a:pt x="1858" y="750"/>
                  </a:lnTo>
                  <a:lnTo>
                    <a:pt x="1536" y="95"/>
                  </a:lnTo>
                  <a:cubicBezTo>
                    <a:pt x="1500" y="36"/>
                    <a:pt x="1441" y="0"/>
                    <a:pt x="13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8" name="Google Shape;258;p35"/>
          <p:cNvSpPr/>
          <p:nvPr/>
        </p:nvSpPr>
        <p:spPr>
          <a:xfrm>
            <a:off x="5099198" y="4291283"/>
            <a:ext cx="439809" cy="402240"/>
          </a:xfrm>
          <a:custGeom>
            <a:avLst/>
            <a:gdLst/>
            <a:ahLst/>
            <a:cxnLst/>
            <a:rect l="l" t="t" r="r" b="b"/>
            <a:pathLst>
              <a:path w="11133" h="10182" extrusionOk="0">
                <a:moveTo>
                  <a:pt x="4132" y="3622"/>
                </a:moveTo>
                <a:cubicBezTo>
                  <a:pt x="4299" y="3622"/>
                  <a:pt x="4430" y="3753"/>
                  <a:pt x="4430" y="3919"/>
                </a:cubicBezTo>
                <a:cubicBezTo>
                  <a:pt x="4430" y="4074"/>
                  <a:pt x="4299" y="4217"/>
                  <a:pt x="4132" y="4217"/>
                </a:cubicBezTo>
                <a:cubicBezTo>
                  <a:pt x="3965" y="4217"/>
                  <a:pt x="3834" y="4074"/>
                  <a:pt x="3834" y="3919"/>
                </a:cubicBezTo>
                <a:cubicBezTo>
                  <a:pt x="3846" y="3753"/>
                  <a:pt x="3965" y="3622"/>
                  <a:pt x="4132" y="3622"/>
                </a:cubicBezTo>
                <a:close/>
                <a:moveTo>
                  <a:pt x="5334" y="1252"/>
                </a:moveTo>
                <a:lnTo>
                  <a:pt x="5334" y="1776"/>
                </a:lnTo>
                <a:lnTo>
                  <a:pt x="5358" y="3645"/>
                </a:lnTo>
                <a:lnTo>
                  <a:pt x="5370" y="5300"/>
                </a:lnTo>
                <a:lnTo>
                  <a:pt x="1405" y="4419"/>
                </a:lnTo>
                <a:cubicBezTo>
                  <a:pt x="1679" y="3455"/>
                  <a:pt x="2322" y="2574"/>
                  <a:pt x="3156" y="2014"/>
                </a:cubicBezTo>
                <a:lnTo>
                  <a:pt x="3870" y="3324"/>
                </a:lnTo>
                <a:cubicBezTo>
                  <a:pt x="3644" y="3419"/>
                  <a:pt x="3489" y="3645"/>
                  <a:pt x="3489" y="3895"/>
                </a:cubicBezTo>
                <a:cubicBezTo>
                  <a:pt x="3489" y="4253"/>
                  <a:pt x="3775" y="4538"/>
                  <a:pt x="4132" y="4538"/>
                </a:cubicBezTo>
                <a:cubicBezTo>
                  <a:pt x="4489" y="4538"/>
                  <a:pt x="4775" y="4253"/>
                  <a:pt x="4775" y="3895"/>
                </a:cubicBezTo>
                <a:cubicBezTo>
                  <a:pt x="4775" y="3586"/>
                  <a:pt x="4537" y="3324"/>
                  <a:pt x="4239" y="3264"/>
                </a:cubicBezTo>
                <a:lnTo>
                  <a:pt x="3453" y="1800"/>
                </a:lnTo>
                <a:cubicBezTo>
                  <a:pt x="4013" y="1490"/>
                  <a:pt x="4656" y="1300"/>
                  <a:pt x="5334" y="1252"/>
                </a:cubicBezTo>
                <a:close/>
                <a:moveTo>
                  <a:pt x="5715" y="3860"/>
                </a:moveTo>
                <a:cubicBezTo>
                  <a:pt x="6573" y="3943"/>
                  <a:pt x="7239" y="4657"/>
                  <a:pt x="7239" y="5550"/>
                </a:cubicBezTo>
                <a:cubicBezTo>
                  <a:pt x="7239" y="5896"/>
                  <a:pt x="7144" y="6217"/>
                  <a:pt x="6942" y="6503"/>
                </a:cubicBezTo>
                <a:lnTo>
                  <a:pt x="5715" y="5455"/>
                </a:lnTo>
                <a:lnTo>
                  <a:pt x="5715" y="3860"/>
                </a:lnTo>
                <a:close/>
                <a:moveTo>
                  <a:pt x="5846" y="347"/>
                </a:moveTo>
                <a:cubicBezTo>
                  <a:pt x="8597" y="502"/>
                  <a:pt x="10752" y="2776"/>
                  <a:pt x="10752" y="5550"/>
                </a:cubicBezTo>
                <a:cubicBezTo>
                  <a:pt x="10752" y="6682"/>
                  <a:pt x="10395" y="7741"/>
                  <a:pt x="9728" y="8646"/>
                </a:cubicBezTo>
                <a:cubicBezTo>
                  <a:pt x="9704" y="8682"/>
                  <a:pt x="9656" y="8706"/>
                  <a:pt x="9609" y="8706"/>
                </a:cubicBezTo>
                <a:cubicBezTo>
                  <a:pt x="9561" y="8706"/>
                  <a:pt x="9537" y="8694"/>
                  <a:pt x="9502" y="8658"/>
                </a:cubicBezTo>
                <a:lnTo>
                  <a:pt x="8644" y="7932"/>
                </a:lnTo>
                <a:cubicBezTo>
                  <a:pt x="9073" y="7372"/>
                  <a:pt x="9347" y="6717"/>
                  <a:pt x="9430" y="6015"/>
                </a:cubicBezTo>
                <a:cubicBezTo>
                  <a:pt x="9442" y="5908"/>
                  <a:pt x="9359" y="5824"/>
                  <a:pt x="9252" y="5824"/>
                </a:cubicBezTo>
                <a:cubicBezTo>
                  <a:pt x="9168" y="5824"/>
                  <a:pt x="9085" y="5884"/>
                  <a:pt x="9073" y="5967"/>
                </a:cubicBezTo>
                <a:cubicBezTo>
                  <a:pt x="9002" y="6562"/>
                  <a:pt x="8775" y="7146"/>
                  <a:pt x="8418" y="7634"/>
                </a:cubicBezTo>
                <a:cubicBezTo>
                  <a:pt x="8406" y="7646"/>
                  <a:pt x="8394" y="7682"/>
                  <a:pt x="8371" y="7694"/>
                </a:cubicBezTo>
                <a:cubicBezTo>
                  <a:pt x="8371" y="7694"/>
                  <a:pt x="8371" y="7705"/>
                  <a:pt x="8359" y="7705"/>
                </a:cubicBezTo>
                <a:lnTo>
                  <a:pt x="7204" y="6729"/>
                </a:lnTo>
                <a:cubicBezTo>
                  <a:pt x="7442" y="6384"/>
                  <a:pt x="7573" y="5967"/>
                  <a:pt x="7573" y="5550"/>
                </a:cubicBezTo>
                <a:cubicBezTo>
                  <a:pt x="7573" y="4479"/>
                  <a:pt x="6739" y="3586"/>
                  <a:pt x="5680" y="3514"/>
                </a:cubicBezTo>
                <a:lnTo>
                  <a:pt x="5680" y="1979"/>
                </a:lnTo>
                <a:lnTo>
                  <a:pt x="5787" y="1979"/>
                </a:lnTo>
                <a:cubicBezTo>
                  <a:pt x="5811" y="1979"/>
                  <a:pt x="5846" y="1979"/>
                  <a:pt x="5894" y="1990"/>
                </a:cubicBezTo>
                <a:cubicBezTo>
                  <a:pt x="7561" y="2169"/>
                  <a:pt x="8894" y="3503"/>
                  <a:pt x="9073" y="5169"/>
                </a:cubicBezTo>
                <a:cubicBezTo>
                  <a:pt x="9085" y="5253"/>
                  <a:pt x="9168" y="5312"/>
                  <a:pt x="9252" y="5312"/>
                </a:cubicBezTo>
                <a:cubicBezTo>
                  <a:pt x="9359" y="5312"/>
                  <a:pt x="9430" y="5229"/>
                  <a:pt x="9430" y="5122"/>
                </a:cubicBezTo>
                <a:cubicBezTo>
                  <a:pt x="9228" y="3205"/>
                  <a:pt x="7632" y="1693"/>
                  <a:pt x="5680" y="1621"/>
                </a:cubicBezTo>
                <a:lnTo>
                  <a:pt x="5680" y="490"/>
                </a:lnTo>
                <a:cubicBezTo>
                  <a:pt x="5680" y="443"/>
                  <a:pt x="5692" y="419"/>
                  <a:pt x="5727" y="383"/>
                </a:cubicBezTo>
                <a:cubicBezTo>
                  <a:pt x="5751" y="359"/>
                  <a:pt x="5799" y="347"/>
                  <a:pt x="5846" y="347"/>
                </a:cubicBezTo>
                <a:close/>
                <a:moveTo>
                  <a:pt x="1334" y="4788"/>
                </a:moveTo>
                <a:lnTo>
                  <a:pt x="5323" y="5681"/>
                </a:lnTo>
                <a:lnTo>
                  <a:pt x="4239" y="9622"/>
                </a:lnTo>
                <a:cubicBezTo>
                  <a:pt x="2513" y="9063"/>
                  <a:pt x="1262" y="7455"/>
                  <a:pt x="1262" y="5550"/>
                </a:cubicBezTo>
                <a:cubicBezTo>
                  <a:pt x="1262" y="5300"/>
                  <a:pt x="1286" y="5050"/>
                  <a:pt x="1334" y="4788"/>
                </a:cubicBezTo>
                <a:close/>
                <a:moveTo>
                  <a:pt x="5656" y="5848"/>
                </a:moveTo>
                <a:lnTo>
                  <a:pt x="6870" y="6872"/>
                </a:lnTo>
                <a:lnTo>
                  <a:pt x="8299" y="8086"/>
                </a:lnTo>
                <a:lnTo>
                  <a:pt x="8704" y="8420"/>
                </a:lnTo>
                <a:cubicBezTo>
                  <a:pt x="7882" y="9313"/>
                  <a:pt x="6751" y="9825"/>
                  <a:pt x="5549" y="9825"/>
                </a:cubicBezTo>
                <a:cubicBezTo>
                  <a:pt x="5203" y="9825"/>
                  <a:pt x="4894" y="9777"/>
                  <a:pt x="4584" y="9706"/>
                </a:cubicBezTo>
                <a:lnTo>
                  <a:pt x="5656" y="5848"/>
                </a:lnTo>
                <a:close/>
                <a:moveTo>
                  <a:pt x="5837" y="1"/>
                </a:moveTo>
                <a:cubicBezTo>
                  <a:pt x="5717" y="1"/>
                  <a:pt x="5599" y="57"/>
                  <a:pt x="5501" y="133"/>
                </a:cubicBezTo>
                <a:cubicBezTo>
                  <a:pt x="5394" y="228"/>
                  <a:pt x="5334" y="359"/>
                  <a:pt x="5358" y="502"/>
                </a:cubicBezTo>
                <a:lnTo>
                  <a:pt x="5358" y="943"/>
                </a:lnTo>
                <a:cubicBezTo>
                  <a:pt x="4620" y="967"/>
                  <a:pt x="3929" y="1181"/>
                  <a:pt x="3298" y="1514"/>
                </a:cubicBezTo>
                <a:lnTo>
                  <a:pt x="2894" y="788"/>
                </a:lnTo>
                <a:cubicBezTo>
                  <a:pt x="2870" y="728"/>
                  <a:pt x="2810" y="693"/>
                  <a:pt x="2751" y="693"/>
                </a:cubicBezTo>
                <a:lnTo>
                  <a:pt x="358" y="693"/>
                </a:lnTo>
                <a:lnTo>
                  <a:pt x="358" y="395"/>
                </a:lnTo>
                <a:cubicBezTo>
                  <a:pt x="358" y="300"/>
                  <a:pt x="274" y="228"/>
                  <a:pt x="179" y="228"/>
                </a:cubicBezTo>
                <a:cubicBezTo>
                  <a:pt x="72" y="228"/>
                  <a:pt x="0" y="300"/>
                  <a:pt x="0" y="395"/>
                </a:cubicBezTo>
                <a:lnTo>
                  <a:pt x="0" y="1336"/>
                </a:lnTo>
                <a:cubicBezTo>
                  <a:pt x="0" y="1443"/>
                  <a:pt x="72" y="1514"/>
                  <a:pt x="179" y="1514"/>
                </a:cubicBezTo>
                <a:cubicBezTo>
                  <a:pt x="274" y="1514"/>
                  <a:pt x="358" y="1443"/>
                  <a:pt x="358" y="1336"/>
                </a:cubicBezTo>
                <a:lnTo>
                  <a:pt x="358" y="1038"/>
                </a:lnTo>
                <a:lnTo>
                  <a:pt x="2644" y="1038"/>
                </a:lnTo>
                <a:lnTo>
                  <a:pt x="3001" y="1693"/>
                </a:lnTo>
                <a:cubicBezTo>
                  <a:pt x="2751" y="1871"/>
                  <a:pt x="2501" y="2062"/>
                  <a:pt x="2275" y="2288"/>
                </a:cubicBezTo>
                <a:cubicBezTo>
                  <a:pt x="1405" y="3169"/>
                  <a:pt x="929" y="4312"/>
                  <a:pt x="929" y="5550"/>
                </a:cubicBezTo>
                <a:cubicBezTo>
                  <a:pt x="929" y="8098"/>
                  <a:pt x="3001" y="10182"/>
                  <a:pt x="5561" y="10182"/>
                </a:cubicBezTo>
                <a:cubicBezTo>
                  <a:pt x="6870" y="10182"/>
                  <a:pt x="8109" y="9622"/>
                  <a:pt x="8990" y="8658"/>
                </a:cubicBezTo>
                <a:lnTo>
                  <a:pt x="9311" y="8944"/>
                </a:lnTo>
                <a:cubicBezTo>
                  <a:pt x="9406" y="9015"/>
                  <a:pt x="9525" y="9063"/>
                  <a:pt x="9644" y="9063"/>
                </a:cubicBezTo>
                <a:lnTo>
                  <a:pt x="9704" y="9063"/>
                </a:lnTo>
                <a:cubicBezTo>
                  <a:pt x="9835" y="9051"/>
                  <a:pt x="9966" y="8967"/>
                  <a:pt x="10037" y="8872"/>
                </a:cubicBezTo>
                <a:cubicBezTo>
                  <a:pt x="10752" y="7896"/>
                  <a:pt x="11133" y="6765"/>
                  <a:pt x="11133" y="5562"/>
                </a:cubicBezTo>
                <a:cubicBezTo>
                  <a:pt x="11109" y="2610"/>
                  <a:pt x="8811" y="169"/>
                  <a:pt x="5870" y="2"/>
                </a:cubicBezTo>
                <a:cubicBezTo>
                  <a:pt x="5859" y="1"/>
                  <a:pt x="5848" y="1"/>
                  <a:pt x="583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9" name="Google Shape;259;p35"/>
          <p:cNvGrpSpPr/>
          <p:nvPr/>
        </p:nvGrpSpPr>
        <p:grpSpPr>
          <a:xfrm>
            <a:off x="1959155" y="4279171"/>
            <a:ext cx="428063" cy="426443"/>
            <a:chOff x="4195399" y="1970604"/>
            <a:chExt cx="344878" cy="343573"/>
          </a:xfrm>
        </p:grpSpPr>
        <p:sp>
          <p:nvSpPr>
            <p:cNvPr id="260" name="Google Shape;260;p35"/>
            <p:cNvSpPr/>
            <p:nvPr/>
          </p:nvSpPr>
          <p:spPr>
            <a:xfrm>
              <a:off x="4195399" y="1970604"/>
              <a:ext cx="344878" cy="343573"/>
            </a:xfrm>
            <a:custGeom>
              <a:avLst/>
              <a:gdLst/>
              <a:ahLst/>
              <a:cxnLst/>
              <a:rect l="l" t="t" r="r" b="b"/>
              <a:pathLst>
                <a:path w="10835" h="10794" extrusionOk="0">
                  <a:moveTo>
                    <a:pt x="4155" y="6287"/>
                  </a:moveTo>
                  <a:cubicBezTo>
                    <a:pt x="4274" y="6418"/>
                    <a:pt x="4417" y="6561"/>
                    <a:pt x="4572" y="6704"/>
                  </a:cubicBezTo>
                  <a:lnTo>
                    <a:pt x="3977" y="7299"/>
                  </a:lnTo>
                  <a:lnTo>
                    <a:pt x="3929" y="7252"/>
                  </a:lnTo>
                  <a:lnTo>
                    <a:pt x="3596" y="6918"/>
                  </a:lnTo>
                  <a:lnTo>
                    <a:pt x="3560" y="6883"/>
                  </a:lnTo>
                  <a:lnTo>
                    <a:pt x="4155" y="6287"/>
                  </a:lnTo>
                  <a:close/>
                  <a:moveTo>
                    <a:pt x="3203" y="7064"/>
                  </a:moveTo>
                  <a:cubicBezTo>
                    <a:pt x="3271" y="7064"/>
                    <a:pt x="3340" y="7091"/>
                    <a:pt x="3393" y="7144"/>
                  </a:cubicBezTo>
                  <a:lnTo>
                    <a:pt x="3715" y="7478"/>
                  </a:lnTo>
                  <a:cubicBezTo>
                    <a:pt x="3810" y="7573"/>
                    <a:pt x="3822" y="7740"/>
                    <a:pt x="3715" y="7847"/>
                  </a:cubicBezTo>
                  <a:lnTo>
                    <a:pt x="3524" y="8037"/>
                  </a:lnTo>
                  <a:lnTo>
                    <a:pt x="2822" y="7335"/>
                  </a:lnTo>
                  <a:lnTo>
                    <a:pt x="3012" y="7144"/>
                  </a:lnTo>
                  <a:cubicBezTo>
                    <a:pt x="3066" y="7091"/>
                    <a:pt x="3134" y="7064"/>
                    <a:pt x="3203" y="7064"/>
                  </a:cubicBezTo>
                  <a:close/>
                  <a:moveTo>
                    <a:pt x="2608" y="7549"/>
                  </a:moveTo>
                  <a:lnTo>
                    <a:pt x="3298" y="8252"/>
                  </a:lnTo>
                  <a:lnTo>
                    <a:pt x="1143" y="10407"/>
                  </a:lnTo>
                  <a:cubicBezTo>
                    <a:pt x="1089" y="10460"/>
                    <a:pt x="1024" y="10487"/>
                    <a:pt x="959" y="10487"/>
                  </a:cubicBezTo>
                  <a:cubicBezTo>
                    <a:pt x="893" y="10487"/>
                    <a:pt x="828" y="10460"/>
                    <a:pt x="774" y="10407"/>
                  </a:cubicBezTo>
                  <a:lnTo>
                    <a:pt x="441" y="10073"/>
                  </a:lnTo>
                  <a:cubicBezTo>
                    <a:pt x="345" y="9978"/>
                    <a:pt x="345" y="9811"/>
                    <a:pt x="441" y="9704"/>
                  </a:cubicBezTo>
                  <a:lnTo>
                    <a:pt x="2608" y="7549"/>
                  </a:lnTo>
                  <a:close/>
                  <a:moveTo>
                    <a:pt x="7037" y="1"/>
                  </a:moveTo>
                  <a:cubicBezTo>
                    <a:pt x="3941" y="1"/>
                    <a:pt x="2155" y="3513"/>
                    <a:pt x="3953" y="6013"/>
                  </a:cubicBezTo>
                  <a:lnTo>
                    <a:pt x="3239" y="6728"/>
                  </a:lnTo>
                  <a:cubicBezTo>
                    <a:pt x="3224" y="6727"/>
                    <a:pt x="3209" y="6726"/>
                    <a:pt x="3194" y="6726"/>
                  </a:cubicBezTo>
                  <a:cubicBezTo>
                    <a:pt x="3036" y="6726"/>
                    <a:pt x="2907" y="6785"/>
                    <a:pt x="2798" y="6894"/>
                  </a:cubicBezTo>
                  <a:lnTo>
                    <a:pt x="226" y="9466"/>
                  </a:lnTo>
                  <a:cubicBezTo>
                    <a:pt x="0" y="9692"/>
                    <a:pt x="0" y="10061"/>
                    <a:pt x="226" y="10288"/>
                  </a:cubicBezTo>
                  <a:lnTo>
                    <a:pt x="548" y="10633"/>
                  </a:lnTo>
                  <a:cubicBezTo>
                    <a:pt x="661" y="10740"/>
                    <a:pt x="810" y="10794"/>
                    <a:pt x="959" y="10794"/>
                  </a:cubicBezTo>
                  <a:cubicBezTo>
                    <a:pt x="1107" y="10794"/>
                    <a:pt x="1256" y="10740"/>
                    <a:pt x="1369" y="10633"/>
                  </a:cubicBezTo>
                  <a:lnTo>
                    <a:pt x="3631" y="8371"/>
                  </a:lnTo>
                  <a:lnTo>
                    <a:pt x="3941" y="8049"/>
                  </a:lnTo>
                  <a:cubicBezTo>
                    <a:pt x="4060" y="7930"/>
                    <a:pt x="4120" y="7775"/>
                    <a:pt x="4108" y="7609"/>
                  </a:cubicBezTo>
                  <a:lnTo>
                    <a:pt x="4822" y="6894"/>
                  </a:lnTo>
                  <a:cubicBezTo>
                    <a:pt x="5358" y="7275"/>
                    <a:pt x="6001" y="7514"/>
                    <a:pt x="6656" y="7597"/>
                  </a:cubicBezTo>
                  <a:lnTo>
                    <a:pt x="6668" y="7597"/>
                  </a:lnTo>
                  <a:cubicBezTo>
                    <a:pt x="6739" y="7597"/>
                    <a:pt x="6810" y="7537"/>
                    <a:pt x="6834" y="7442"/>
                  </a:cubicBezTo>
                  <a:cubicBezTo>
                    <a:pt x="6846" y="7359"/>
                    <a:pt x="6775" y="7275"/>
                    <a:pt x="6691" y="7264"/>
                  </a:cubicBezTo>
                  <a:cubicBezTo>
                    <a:pt x="6013" y="7192"/>
                    <a:pt x="5370" y="6918"/>
                    <a:pt x="4846" y="6502"/>
                  </a:cubicBezTo>
                  <a:cubicBezTo>
                    <a:pt x="2286" y="4442"/>
                    <a:pt x="3798" y="334"/>
                    <a:pt x="7037" y="334"/>
                  </a:cubicBezTo>
                  <a:cubicBezTo>
                    <a:pt x="8870" y="334"/>
                    <a:pt x="10323" y="1715"/>
                    <a:pt x="10501" y="3454"/>
                  </a:cubicBezTo>
                  <a:cubicBezTo>
                    <a:pt x="10522" y="3535"/>
                    <a:pt x="10576" y="3590"/>
                    <a:pt x="10644" y="3590"/>
                  </a:cubicBezTo>
                  <a:cubicBezTo>
                    <a:pt x="10655" y="3590"/>
                    <a:pt x="10668" y="3588"/>
                    <a:pt x="10680" y="3584"/>
                  </a:cubicBezTo>
                  <a:cubicBezTo>
                    <a:pt x="10775" y="3573"/>
                    <a:pt x="10835" y="3501"/>
                    <a:pt x="10823" y="3406"/>
                  </a:cubicBezTo>
                  <a:cubicBezTo>
                    <a:pt x="10620" y="1525"/>
                    <a:pt x="9037" y="1"/>
                    <a:pt x="70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5"/>
            <p:cNvSpPr/>
            <p:nvPr/>
          </p:nvSpPr>
          <p:spPr>
            <a:xfrm>
              <a:off x="4311356" y="1993458"/>
              <a:ext cx="206959" cy="197378"/>
            </a:xfrm>
            <a:custGeom>
              <a:avLst/>
              <a:gdLst/>
              <a:ahLst/>
              <a:cxnLst/>
              <a:rect l="l" t="t" r="r" b="b"/>
              <a:pathLst>
                <a:path w="6502" h="6201" extrusionOk="0">
                  <a:moveTo>
                    <a:pt x="3394" y="295"/>
                  </a:moveTo>
                  <a:cubicBezTo>
                    <a:pt x="4930" y="295"/>
                    <a:pt x="6180" y="1533"/>
                    <a:pt x="6180" y="3081"/>
                  </a:cubicBezTo>
                  <a:cubicBezTo>
                    <a:pt x="6180" y="4641"/>
                    <a:pt x="4930" y="5879"/>
                    <a:pt x="3394" y="5879"/>
                  </a:cubicBezTo>
                  <a:cubicBezTo>
                    <a:pt x="2679" y="5879"/>
                    <a:pt x="1965" y="5605"/>
                    <a:pt x="1429" y="5057"/>
                  </a:cubicBezTo>
                  <a:cubicBezTo>
                    <a:pt x="346" y="3974"/>
                    <a:pt x="346" y="2200"/>
                    <a:pt x="1429" y="1116"/>
                  </a:cubicBezTo>
                  <a:cubicBezTo>
                    <a:pt x="1977" y="569"/>
                    <a:pt x="2679" y="295"/>
                    <a:pt x="3394" y="295"/>
                  </a:cubicBezTo>
                  <a:close/>
                  <a:moveTo>
                    <a:pt x="3404" y="0"/>
                  </a:moveTo>
                  <a:cubicBezTo>
                    <a:pt x="2608" y="0"/>
                    <a:pt x="1810" y="301"/>
                    <a:pt x="1203" y="902"/>
                  </a:cubicBezTo>
                  <a:cubicBezTo>
                    <a:pt x="0" y="2116"/>
                    <a:pt x="0" y="4093"/>
                    <a:pt x="1203" y="5295"/>
                  </a:cubicBezTo>
                  <a:cubicBezTo>
                    <a:pt x="1822" y="5903"/>
                    <a:pt x="2608" y="6200"/>
                    <a:pt x="3394" y="6200"/>
                  </a:cubicBezTo>
                  <a:cubicBezTo>
                    <a:pt x="5108" y="6188"/>
                    <a:pt x="6501" y="4819"/>
                    <a:pt x="6501" y="3093"/>
                  </a:cubicBezTo>
                  <a:cubicBezTo>
                    <a:pt x="6501" y="2259"/>
                    <a:pt x="6180" y="1485"/>
                    <a:pt x="5596" y="902"/>
                  </a:cubicBezTo>
                  <a:cubicBezTo>
                    <a:pt x="4995" y="301"/>
                    <a:pt x="4200" y="0"/>
                    <a:pt x="34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5"/>
            <p:cNvSpPr/>
            <p:nvPr/>
          </p:nvSpPr>
          <p:spPr>
            <a:xfrm>
              <a:off x="4372374" y="2030476"/>
              <a:ext cx="94026" cy="114493"/>
            </a:xfrm>
            <a:custGeom>
              <a:avLst/>
              <a:gdLst/>
              <a:ahLst/>
              <a:cxnLst/>
              <a:rect l="l" t="t" r="r" b="b"/>
              <a:pathLst>
                <a:path w="2954" h="3597" extrusionOk="0">
                  <a:moveTo>
                    <a:pt x="1477" y="310"/>
                  </a:moveTo>
                  <a:cubicBezTo>
                    <a:pt x="1834" y="310"/>
                    <a:pt x="2120" y="584"/>
                    <a:pt x="2120" y="953"/>
                  </a:cubicBezTo>
                  <a:cubicBezTo>
                    <a:pt x="2120" y="1311"/>
                    <a:pt x="1834" y="1584"/>
                    <a:pt x="1477" y="1584"/>
                  </a:cubicBezTo>
                  <a:cubicBezTo>
                    <a:pt x="1119" y="1584"/>
                    <a:pt x="834" y="1311"/>
                    <a:pt x="834" y="953"/>
                  </a:cubicBezTo>
                  <a:cubicBezTo>
                    <a:pt x="834" y="596"/>
                    <a:pt x="1119" y="310"/>
                    <a:pt x="1477" y="310"/>
                  </a:cubicBezTo>
                  <a:close/>
                  <a:moveTo>
                    <a:pt x="1905" y="1918"/>
                  </a:moveTo>
                  <a:cubicBezTo>
                    <a:pt x="2298" y="1918"/>
                    <a:pt x="2608" y="2227"/>
                    <a:pt x="2608" y="2620"/>
                  </a:cubicBezTo>
                  <a:lnTo>
                    <a:pt x="2608" y="3287"/>
                  </a:lnTo>
                  <a:lnTo>
                    <a:pt x="2298" y="3287"/>
                  </a:lnTo>
                  <a:lnTo>
                    <a:pt x="2298" y="2585"/>
                  </a:lnTo>
                  <a:cubicBezTo>
                    <a:pt x="2298" y="2501"/>
                    <a:pt x="2227" y="2418"/>
                    <a:pt x="2132" y="2418"/>
                  </a:cubicBezTo>
                  <a:cubicBezTo>
                    <a:pt x="2048" y="2418"/>
                    <a:pt x="1965" y="2501"/>
                    <a:pt x="1965" y="2585"/>
                  </a:cubicBezTo>
                  <a:lnTo>
                    <a:pt x="1965" y="3287"/>
                  </a:lnTo>
                  <a:lnTo>
                    <a:pt x="977" y="3287"/>
                  </a:lnTo>
                  <a:lnTo>
                    <a:pt x="977" y="2585"/>
                  </a:lnTo>
                  <a:cubicBezTo>
                    <a:pt x="977" y="2501"/>
                    <a:pt x="893" y="2418"/>
                    <a:pt x="810" y="2418"/>
                  </a:cubicBezTo>
                  <a:cubicBezTo>
                    <a:pt x="715" y="2418"/>
                    <a:pt x="643" y="2501"/>
                    <a:pt x="643" y="2585"/>
                  </a:cubicBezTo>
                  <a:lnTo>
                    <a:pt x="643" y="3287"/>
                  </a:lnTo>
                  <a:lnTo>
                    <a:pt x="298" y="3287"/>
                  </a:lnTo>
                  <a:lnTo>
                    <a:pt x="298" y="2620"/>
                  </a:lnTo>
                  <a:cubicBezTo>
                    <a:pt x="298" y="2227"/>
                    <a:pt x="619" y="1918"/>
                    <a:pt x="1000" y="1918"/>
                  </a:cubicBezTo>
                  <a:close/>
                  <a:moveTo>
                    <a:pt x="1477" y="1"/>
                  </a:moveTo>
                  <a:cubicBezTo>
                    <a:pt x="941" y="1"/>
                    <a:pt x="512" y="430"/>
                    <a:pt x="512" y="965"/>
                  </a:cubicBezTo>
                  <a:cubicBezTo>
                    <a:pt x="512" y="1227"/>
                    <a:pt x="619" y="1465"/>
                    <a:pt x="798" y="1632"/>
                  </a:cubicBezTo>
                  <a:cubicBezTo>
                    <a:pt x="346" y="1739"/>
                    <a:pt x="0" y="2144"/>
                    <a:pt x="0" y="2632"/>
                  </a:cubicBezTo>
                  <a:lnTo>
                    <a:pt x="0" y="3299"/>
                  </a:lnTo>
                  <a:cubicBezTo>
                    <a:pt x="0" y="3466"/>
                    <a:pt x="143" y="3597"/>
                    <a:pt x="298" y="3597"/>
                  </a:cubicBezTo>
                  <a:lnTo>
                    <a:pt x="2643" y="3597"/>
                  </a:lnTo>
                  <a:cubicBezTo>
                    <a:pt x="2798" y="3597"/>
                    <a:pt x="2941" y="3466"/>
                    <a:pt x="2941" y="3299"/>
                  </a:cubicBezTo>
                  <a:lnTo>
                    <a:pt x="2941" y="2632"/>
                  </a:lnTo>
                  <a:cubicBezTo>
                    <a:pt x="2953" y="2144"/>
                    <a:pt x="2620" y="1739"/>
                    <a:pt x="2167" y="1632"/>
                  </a:cubicBezTo>
                  <a:cubicBezTo>
                    <a:pt x="2322" y="1453"/>
                    <a:pt x="2441" y="1215"/>
                    <a:pt x="2441" y="965"/>
                  </a:cubicBezTo>
                  <a:cubicBezTo>
                    <a:pt x="2441" y="430"/>
                    <a:pt x="2012" y="1"/>
                    <a:pt x="14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5"/>
            <p:cNvSpPr/>
            <p:nvPr/>
          </p:nvSpPr>
          <p:spPr>
            <a:xfrm>
              <a:off x="4426167" y="2098561"/>
              <a:ext cx="114111" cy="113474"/>
            </a:xfrm>
            <a:custGeom>
              <a:avLst/>
              <a:gdLst/>
              <a:ahLst/>
              <a:cxnLst/>
              <a:rect l="l" t="t" r="r" b="b"/>
              <a:pathLst>
                <a:path w="3585" h="3565" extrusionOk="0">
                  <a:moveTo>
                    <a:pt x="3401" y="1"/>
                  </a:moveTo>
                  <a:cubicBezTo>
                    <a:pt x="3330" y="1"/>
                    <a:pt x="3272" y="73"/>
                    <a:pt x="3251" y="136"/>
                  </a:cubicBezTo>
                  <a:cubicBezTo>
                    <a:pt x="3097" y="1767"/>
                    <a:pt x="1799" y="3077"/>
                    <a:pt x="144" y="3244"/>
                  </a:cubicBezTo>
                  <a:cubicBezTo>
                    <a:pt x="61" y="3255"/>
                    <a:pt x="1" y="3339"/>
                    <a:pt x="13" y="3422"/>
                  </a:cubicBezTo>
                  <a:cubicBezTo>
                    <a:pt x="25" y="3494"/>
                    <a:pt x="84" y="3565"/>
                    <a:pt x="180" y="3565"/>
                  </a:cubicBezTo>
                  <a:lnTo>
                    <a:pt x="191" y="3565"/>
                  </a:lnTo>
                  <a:cubicBezTo>
                    <a:pt x="1966" y="3398"/>
                    <a:pt x="3394" y="1970"/>
                    <a:pt x="3573" y="184"/>
                  </a:cubicBezTo>
                  <a:cubicBezTo>
                    <a:pt x="3585" y="88"/>
                    <a:pt x="3513" y="17"/>
                    <a:pt x="3430" y="5"/>
                  </a:cubicBezTo>
                  <a:cubicBezTo>
                    <a:pt x="3420" y="2"/>
                    <a:pt x="3410" y="1"/>
                    <a:pt x="34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מלבן 6">
            <a:extLst>
              <a:ext uri="{FF2B5EF4-FFF2-40B4-BE49-F238E27FC236}">
                <a16:creationId xmlns:a16="http://schemas.microsoft.com/office/drawing/2014/main" id="{76B3F18E-8C60-AD56-AF09-C40AD95268B9}"/>
              </a:ext>
            </a:extLst>
          </p:cNvPr>
          <p:cNvSpPr/>
          <p:nvPr/>
        </p:nvSpPr>
        <p:spPr>
          <a:xfrm>
            <a:off x="507426" y="148344"/>
            <a:ext cx="8129148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Engineering Challenges &amp; Constraints</a:t>
            </a:r>
            <a:endParaRPr lang="he-IL" sz="3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89389763-839F-5EB2-3A0B-23BBFB3A1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402;p45">
            <a:extLst>
              <a:ext uri="{FF2B5EF4-FFF2-40B4-BE49-F238E27FC236}">
                <a16:creationId xmlns:a16="http://schemas.microsoft.com/office/drawing/2014/main" id="{BC208AE4-89FF-8C0E-EDDF-4939A3D8EE3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22799" y="1525777"/>
            <a:ext cx="3202800" cy="251492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מלבן 4">
            <a:extLst>
              <a:ext uri="{FF2B5EF4-FFF2-40B4-BE49-F238E27FC236}">
                <a16:creationId xmlns:a16="http://schemas.microsoft.com/office/drawing/2014/main" id="{2D7227C1-F4C7-10E5-71DD-59DC43F3CBF4}"/>
              </a:ext>
            </a:extLst>
          </p:cNvPr>
          <p:cNvSpPr/>
          <p:nvPr/>
        </p:nvSpPr>
        <p:spPr>
          <a:xfrm>
            <a:off x="4155329" y="1126734"/>
            <a:ext cx="3897135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Thank</a:t>
            </a:r>
            <a:endParaRPr lang="en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algn="ctr"/>
            <a:r>
              <a:rPr lang="e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You For </a:t>
            </a:r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L</a:t>
            </a:r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istening</a:t>
            </a:r>
            <a:r>
              <a:rPr lang="e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!</a:t>
            </a:r>
          </a:p>
        </p:txBody>
      </p:sp>
      <p:pic>
        <p:nvPicPr>
          <p:cNvPr id="6" name="תמונה 5" descr="תמונה שמכילה טקסט, צילום מסך, גופן, כחול חשמלי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D18A10D-A50E-4DAD-1757-23DC58DFA0D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25" t="16150" r="30567" b="26728"/>
          <a:stretch>
            <a:fillRect/>
          </a:stretch>
        </p:blipFill>
        <p:spPr bwMode="auto">
          <a:xfrm>
            <a:off x="3963133" y="46404"/>
            <a:ext cx="1217734" cy="10803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78118659"/>
      </p:ext>
    </p:extLst>
  </p:cSld>
  <p:clrMapOvr>
    <a:masterClrMapping/>
  </p:clrMapOvr>
</p:sld>
</file>

<file path=ppt/theme/theme1.xml><?xml version="1.0" encoding="utf-8"?>
<a:theme xmlns:a="http://schemas.openxmlformats.org/drawingml/2006/main" name="Artificial Intelligence in Finance Workshop by Slidesgo">
  <a:themeElements>
    <a:clrScheme name="Simple Light">
      <a:dk1>
        <a:srgbClr val="FFFFFF"/>
      </a:dk1>
      <a:lt1>
        <a:srgbClr val="351C75"/>
      </a:lt1>
      <a:dk2>
        <a:srgbClr val="00FFFF"/>
      </a:dk2>
      <a:lt2>
        <a:srgbClr val="9C61F3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346</Words>
  <Application>Microsoft Office PowerPoint</Application>
  <PresentationFormat>‫הצגה על המסך (16:9)</PresentationFormat>
  <Paragraphs>60</Paragraphs>
  <Slides>8</Slides>
  <Notes>8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7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8</vt:i4>
      </vt:variant>
    </vt:vector>
  </HeadingPairs>
  <TitlesOfParts>
    <vt:vector size="16" baseType="lpstr">
      <vt:lpstr>DM Sans</vt:lpstr>
      <vt:lpstr>Arial</vt:lpstr>
      <vt:lpstr>Montserrat</vt:lpstr>
      <vt:lpstr>Montserrat Medium</vt:lpstr>
      <vt:lpstr>Aptos</vt:lpstr>
      <vt:lpstr>Open Sans</vt:lpstr>
      <vt:lpstr>Lato</vt:lpstr>
      <vt:lpstr>Artificial Intelligence in Finance Workshop by Slidesgo</vt:lpstr>
      <vt:lpstr>מצגת של PowerPoint‏</vt:lpstr>
      <vt:lpstr>מצגת של PowerPoint‏</vt:lpstr>
      <vt:lpstr>מצגת של PowerPoint‏</vt:lpstr>
      <vt:lpstr>מצגת של PowerPoint‏</vt:lpstr>
      <vt:lpstr>An automated, end-to-end pipeline from natural language input to rendered video.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מאור סיבוני</dc:creator>
  <cp:lastModifiedBy>מאור סיבוני</cp:lastModifiedBy>
  <cp:revision>8</cp:revision>
  <dcterms:modified xsi:type="dcterms:W3CDTF">2026-03-16T18:49:19Z</dcterms:modified>
</cp:coreProperties>
</file>